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6"/>
  </p:notesMasterIdLst>
  <p:sldIdLst>
    <p:sldId id="257" r:id="rId2"/>
    <p:sldId id="317" r:id="rId3"/>
    <p:sldId id="259" r:id="rId4"/>
    <p:sldId id="260" r:id="rId5"/>
    <p:sldId id="261" r:id="rId6"/>
    <p:sldId id="279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8" r:id="rId21"/>
    <p:sldId id="277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2" r:id="rId33"/>
    <p:sldId id="291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8" r:id="rId59"/>
    <p:sldId id="319" r:id="rId60"/>
    <p:sldId id="320" r:id="rId61"/>
    <p:sldId id="322" r:id="rId62"/>
    <p:sldId id="321" r:id="rId63"/>
    <p:sldId id="323" r:id="rId64"/>
    <p:sldId id="324" r:id="rId65"/>
    <p:sldId id="325" r:id="rId66"/>
    <p:sldId id="326" r:id="rId67"/>
    <p:sldId id="327" r:id="rId68"/>
    <p:sldId id="328" r:id="rId69"/>
    <p:sldId id="344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37" r:id="rId79"/>
    <p:sldId id="338" r:id="rId80"/>
    <p:sldId id="339" r:id="rId81"/>
    <p:sldId id="340" r:id="rId82"/>
    <p:sldId id="341" r:id="rId83"/>
    <p:sldId id="342" r:id="rId84"/>
    <p:sldId id="343" r:id="rId85"/>
    <p:sldId id="345" r:id="rId86"/>
    <p:sldId id="346" r:id="rId87"/>
    <p:sldId id="347" r:id="rId88"/>
    <p:sldId id="348" r:id="rId89"/>
    <p:sldId id="349" r:id="rId90"/>
    <p:sldId id="350" r:id="rId91"/>
    <p:sldId id="351" r:id="rId92"/>
    <p:sldId id="352" r:id="rId93"/>
    <p:sldId id="353" r:id="rId94"/>
    <p:sldId id="354" r:id="rId95"/>
    <p:sldId id="355" r:id="rId96"/>
    <p:sldId id="356" r:id="rId97"/>
    <p:sldId id="357" r:id="rId98"/>
    <p:sldId id="358" r:id="rId99"/>
    <p:sldId id="359" r:id="rId100"/>
    <p:sldId id="360" r:id="rId101"/>
    <p:sldId id="361" r:id="rId102"/>
    <p:sldId id="362" r:id="rId103"/>
    <p:sldId id="363" r:id="rId104"/>
    <p:sldId id="364" r:id="rId105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CAF1"/>
    <a:srgbClr val="FAE2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D843F-ABAF-4B00-9880-789C14AF0E96}" type="datetimeFigureOut">
              <a:rPr lang="tr-TR" smtClean="0"/>
              <a:t>22.10.2022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68AB6-CCAC-4C53-8488-CD8C1D21E0C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406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368AB6-CCAC-4C53-8488-CD8C1D21E0C0}" type="slidenum">
              <a:rPr lang="tr-TR" smtClean="0"/>
              <a:t>44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7962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22.10.2022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22.10.2022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22.10.2022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22.10.2022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22.10.2022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22.10.2022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22.10.2022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22.10.2022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22.10.2022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22.10.2022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22.10.2022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75050-0E15-4C5B-92B0-66D068882F1F}" type="datetimeFigureOut">
              <a:rPr lang="tr-TR" smtClean="0"/>
              <a:pPr/>
              <a:t>22.10.2022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58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8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1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18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19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0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3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4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5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6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7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8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9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30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4" Type="http://schemas.openxmlformats.org/officeDocument/2006/relationships/slide" Target="slide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4" Type="http://schemas.openxmlformats.org/officeDocument/2006/relationships/slide" Target="slide3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image" Target="../media/image12.png"/><Relationship Id="rId4" Type="http://schemas.openxmlformats.org/officeDocument/2006/relationships/slide" Target="slide3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slide" Target="slide35.xml"/><Relationship Id="rId5" Type="http://schemas.openxmlformats.org/officeDocument/2006/relationships/image" Target="../media/image12.png"/><Relationship Id="rId4" Type="http://schemas.openxmlformats.org/officeDocument/2006/relationships/slide" Target="slide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slide" Target="slide36.xml"/><Relationship Id="rId5" Type="http://schemas.openxmlformats.org/officeDocument/2006/relationships/image" Target="../media/image12.png"/><Relationship Id="rId4" Type="http://schemas.openxmlformats.org/officeDocument/2006/relationships/slide" Target="slide3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slide" Target="slide37.xml"/><Relationship Id="rId5" Type="http://schemas.openxmlformats.org/officeDocument/2006/relationships/image" Target="../media/image12.png"/><Relationship Id="rId4" Type="http://schemas.openxmlformats.org/officeDocument/2006/relationships/slide" Target="slide3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slide" Target="slide38.xml"/><Relationship Id="rId5" Type="http://schemas.openxmlformats.org/officeDocument/2006/relationships/slide" Target="slide45.xml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image" Target="../media/image12.png"/><Relationship Id="rId4" Type="http://schemas.openxmlformats.org/officeDocument/2006/relationships/slide" Target="slide3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slide" Target="slide40.xml"/><Relationship Id="rId5" Type="http://schemas.openxmlformats.org/officeDocument/2006/relationships/image" Target="../media/image12.png"/><Relationship Id="rId4" Type="http://schemas.openxmlformats.org/officeDocument/2006/relationships/slide" Target="slide3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slide" Target="slide41.xml"/><Relationship Id="rId5" Type="http://schemas.openxmlformats.org/officeDocument/2006/relationships/image" Target="../media/image12.png"/><Relationship Id="rId4" Type="http://schemas.openxmlformats.org/officeDocument/2006/relationships/slide" Target="slide3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slide" Target="slide42.xml"/><Relationship Id="rId5" Type="http://schemas.openxmlformats.org/officeDocument/2006/relationships/image" Target="../media/image12.png"/><Relationship Id="rId4" Type="http://schemas.openxmlformats.org/officeDocument/2006/relationships/slide" Target="slide3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44.xml"/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slide" Target="slide46.xml"/><Relationship Id="rId5" Type="http://schemas.openxmlformats.org/officeDocument/2006/relationships/image" Target="../media/image12.png"/><Relationship Id="rId4" Type="http://schemas.openxmlformats.org/officeDocument/2006/relationships/slide" Target="slide3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slide" Target="slide47.xml"/><Relationship Id="rId5" Type="http://schemas.openxmlformats.org/officeDocument/2006/relationships/image" Target="../media/image12.png"/><Relationship Id="rId4" Type="http://schemas.openxmlformats.org/officeDocument/2006/relationships/slide" Target="slide3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slide" Target="slide45.xml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slide" Target="slide48.xml"/><Relationship Id="rId5" Type="http://schemas.openxmlformats.org/officeDocument/2006/relationships/slide" Target="slide49.xml"/><Relationship Id="rId4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slide" Target="slide50.xml"/><Relationship Id="rId5" Type="http://schemas.openxmlformats.org/officeDocument/2006/relationships/image" Target="../media/image12.png"/><Relationship Id="rId4" Type="http://schemas.openxmlformats.org/officeDocument/2006/relationships/slide" Target="slide3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slide" Target="slide51.xml"/><Relationship Id="rId5" Type="http://schemas.openxmlformats.org/officeDocument/2006/relationships/image" Target="../media/image12.png"/><Relationship Id="rId4" Type="http://schemas.openxmlformats.org/officeDocument/2006/relationships/slide" Target="slide3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slide" Target="slide52.xml"/><Relationship Id="rId5" Type="http://schemas.openxmlformats.org/officeDocument/2006/relationships/image" Target="../media/image12.png"/><Relationship Id="rId4" Type="http://schemas.openxmlformats.org/officeDocument/2006/relationships/slide" Target="slide3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5" Type="http://schemas.openxmlformats.org/officeDocument/2006/relationships/slide" Target="slide53.xml"/><Relationship Id="rId4" Type="http://schemas.openxmlformats.org/officeDocument/2006/relationships/slide" Target="slide3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5" Type="http://schemas.openxmlformats.org/officeDocument/2006/relationships/slide" Target="slide54.xml"/><Relationship Id="rId4" Type="http://schemas.openxmlformats.org/officeDocument/2006/relationships/slide" Target="slide3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5" Type="http://schemas.openxmlformats.org/officeDocument/2006/relationships/slide" Target="slide55.xml"/><Relationship Id="rId4" Type="http://schemas.openxmlformats.org/officeDocument/2006/relationships/slide" Target="slide3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4" Type="http://schemas.openxmlformats.org/officeDocument/2006/relationships/slide" Target="slide5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4" Type="http://schemas.openxmlformats.org/officeDocument/2006/relationships/slide" Target="slide5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5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60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6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63.xml"/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65.xml"/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66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slide" Target="slide67.xm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slide" Target="slide68.xm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slide" Target="slide69.xm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slide" Target="slide70.xm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slide" Target="slide71.xm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slide" Target="slide72.xm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slide" Target="slide73.xm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slide" Target="slide74.xm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slide" Target="slide75.xm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slide" Target="slide76.xm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slide" Target="slide77.xm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slide" Target="slide78.xm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12" Type="http://schemas.openxmlformats.org/officeDocument/2006/relationships/slide" Target="slide82.xml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slide" Target="slide81.xml"/><Relationship Id="rId5" Type="http://schemas.openxmlformats.org/officeDocument/2006/relationships/image" Target="../media/image12.png"/><Relationship Id="rId10" Type="http://schemas.openxmlformats.org/officeDocument/2006/relationships/slide" Target="slide80.xml"/><Relationship Id="rId4" Type="http://schemas.openxmlformats.org/officeDocument/2006/relationships/image" Target="../media/image16.png"/><Relationship Id="rId9" Type="http://schemas.openxmlformats.org/officeDocument/2006/relationships/slide" Target="slide79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slide" Target="slide83.xm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slide" Target="slide83.xm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slide" Target="slide83.xm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slide" Target="slide83.xm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slide" Target="slide84.xm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" Target="slide86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slide" Target="slide87.xm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slide" Target="slide88.xml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4" Type="http://schemas.openxmlformats.org/officeDocument/2006/relationships/slide" Target="slide89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4" Type="http://schemas.openxmlformats.org/officeDocument/2006/relationships/slide" Target="slide90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4" Type="http://schemas.openxmlformats.org/officeDocument/2006/relationships/slide" Target="slide9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4" Type="http://schemas.openxmlformats.org/officeDocument/2006/relationships/slide" Target="slide9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4" Type="http://schemas.openxmlformats.org/officeDocument/2006/relationships/slide" Target="slide9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4" Type="http://schemas.openxmlformats.org/officeDocument/2006/relationships/slide" Target="slide9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4" Type="http://schemas.openxmlformats.org/officeDocument/2006/relationships/slide" Target="slide9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4" Type="http://schemas.openxmlformats.org/officeDocument/2006/relationships/slide" Target="slide96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4" Type="http://schemas.openxmlformats.org/officeDocument/2006/relationships/slide" Target="slide9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5" Type="http://schemas.openxmlformats.org/officeDocument/2006/relationships/slide" Target="slide98.xml"/><Relationship Id="rId4" Type="http://schemas.openxmlformats.org/officeDocument/2006/relationships/slide" Target="slide10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4" Type="http://schemas.openxmlformats.org/officeDocument/2006/relationships/slide" Target="slide99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" Target="slide103.xml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slide" Target="slide100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102.xml"/><Relationship Id="rId4" Type="http://schemas.openxmlformats.org/officeDocument/2006/relationships/slide" Target="slide103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" Target="slide103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4" Type="http://schemas.openxmlformats.org/officeDocument/2006/relationships/slide" Target="slide104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697559"/>
          </a:xfrm>
        </p:spPr>
        <p:txBody>
          <a:bodyPr/>
          <a:lstStyle/>
          <a:p>
            <a:r>
              <a:rPr lang="tr-TR" dirty="0" smtClean="0"/>
              <a:t>Oyunu oynamak  ve tıklayabilmek için F5 tuşuna ve slayt başlatma tuşuna basınız</a:t>
            </a:r>
          </a:p>
          <a:p>
            <a:r>
              <a:rPr lang="tr-TR" dirty="0" smtClean="0"/>
              <a:t>Oyun sadece tıklamalıdır bu yüzden elinizi klavyeden uzaklaştırın</a:t>
            </a:r>
          </a:p>
          <a:p>
            <a:r>
              <a:rPr lang="tr-TR" dirty="0" smtClean="0"/>
              <a:t>Aşağıda çıkan                     butonlara lütfen dokunmayın yoksa oyunda sıkıntılar yaşanabilir.</a:t>
            </a:r>
          </a:p>
          <a:p>
            <a:r>
              <a:rPr lang="tr-TR" dirty="0" smtClean="0"/>
              <a:t>Oyunda belli yerler tıklanabilecek şekilde ayarlanmıştır bu yüzden bir yere tıklayınca diğer </a:t>
            </a:r>
            <a:r>
              <a:rPr lang="tr-TR" dirty="0" err="1" smtClean="0"/>
              <a:t>slayta</a:t>
            </a:r>
            <a:r>
              <a:rPr lang="tr-TR" dirty="0" smtClean="0"/>
              <a:t> geçer diye korkmayın :) </a:t>
            </a:r>
            <a:endParaRPr lang="tr-TR" dirty="0"/>
          </a:p>
        </p:txBody>
      </p:sp>
      <p:pic>
        <p:nvPicPr>
          <p:cNvPr id="5" name="4 Resim" descr="hnfghf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40" y="2571744"/>
            <a:ext cx="1785950" cy="571580"/>
          </a:xfrm>
          <a:prstGeom prst="rect">
            <a:avLst/>
          </a:prstGeom>
        </p:spPr>
      </p:pic>
      <p:sp>
        <p:nvSpPr>
          <p:cNvPr id="6" name="5 Sağ Ok">
            <a:hlinkClick r:id="rId3" action="ppaction://hlinksldjump"/>
          </p:cNvPr>
          <p:cNvSpPr/>
          <p:nvPr/>
        </p:nvSpPr>
        <p:spPr>
          <a:xfrm>
            <a:off x="7429520" y="5357826"/>
            <a:ext cx="1714480" cy="150017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OYUNA GİTMEK İÇİN TIKLA </a:t>
            </a:r>
            <a:endParaRPr lang="tr-TR" dirty="0"/>
          </a:p>
        </p:txBody>
      </p:sp>
      <p:sp>
        <p:nvSpPr>
          <p:cNvPr id="7" name="6 Metin kutusu"/>
          <p:cNvSpPr txBox="1"/>
          <p:nvPr/>
        </p:nvSpPr>
        <p:spPr>
          <a:xfrm>
            <a:off x="4500562" y="5786454"/>
            <a:ext cx="2857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 smtClean="0"/>
              <a:t>Buna tıklamadan önce yazıları okuyun ve f5(telefonda slayt tuşu) tuşuna tıklayın</a:t>
            </a:r>
            <a:endParaRPr lang="tr-TR" sz="16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6" name="İçerik Yer Tutucusu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252520" cy="6858000"/>
          </a:xfrm>
        </p:spPr>
      </p:pic>
      <p:sp>
        <p:nvSpPr>
          <p:cNvPr id="7" name="6 Dikdörtgen">
            <a:hlinkClick r:id="rId3" action="ppaction://hlinksldjump"/>
          </p:cNvPr>
          <p:cNvSpPr/>
          <p:nvPr/>
        </p:nvSpPr>
        <p:spPr>
          <a:xfrm>
            <a:off x="270779" y="3429000"/>
            <a:ext cx="1428760" cy="428628"/>
          </a:xfrm>
          <a:prstGeom prst="rect">
            <a:avLst/>
          </a:prstGeom>
          <a:solidFill>
            <a:srgbClr val="F6CA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BAŞLA</a:t>
            </a:r>
            <a:endParaRPr lang="tr-TR" dirty="0"/>
          </a:p>
        </p:txBody>
      </p:sp>
      <p:sp>
        <p:nvSpPr>
          <p:cNvPr id="8" name="7 Dikdörtgen">
            <a:hlinkClick r:id="rId4" action="ppaction://hlinksldjump"/>
          </p:cNvPr>
          <p:cNvSpPr/>
          <p:nvPr/>
        </p:nvSpPr>
        <p:spPr>
          <a:xfrm>
            <a:off x="285720" y="4071942"/>
            <a:ext cx="1357322" cy="428628"/>
          </a:xfrm>
          <a:prstGeom prst="rect">
            <a:avLst/>
          </a:prstGeom>
          <a:solidFill>
            <a:srgbClr val="F6CA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KATKISI OLANLAR</a:t>
            </a:r>
            <a:endParaRPr lang="tr-TR" dirty="0"/>
          </a:p>
        </p:txBody>
      </p:sp>
      <p:sp>
        <p:nvSpPr>
          <p:cNvPr id="9" name="9 Dikdörtgen">
            <a:hlinkClick r:id="rId5" action="ppaction://hlinksldjump"/>
          </p:cNvPr>
          <p:cNvSpPr/>
          <p:nvPr/>
        </p:nvSpPr>
        <p:spPr>
          <a:xfrm>
            <a:off x="285720" y="4714884"/>
            <a:ext cx="1357322" cy="500066"/>
          </a:xfrm>
          <a:prstGeom prst="rect">
            <a:avLst/>
          </a:prstGeom>
          <a:solidFill>
            <a:srgbClr val="F6CA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OYUN HAKKINDA</a:t>
            </a:r>
            <a:endParaRPr lang="tr-TR" dirty="0"/>
          </a:p>
        </p:txBody>
      </p:sp>
      <p:sp>
        <p:nvSpPr>
          <p:cNvPr id="10" name="8 Dikdörtgen">
            <a:hlinkClick r:id="" action="ppaction://hlinkshowjump?jump=endshow"/>
          </p:cNvPr>
          <p:cNvSpPr/>
          <p:nvPr/>
        </p:nvSpPr>
        <p:spPr>
          <a:xfrm>
            <a:off x="285720" y="5429264"/>
            <a:ext cx="1357322" cy="500066"/>
          </a:xfrm>
          <a:prstGeom prst="rect">
            <a:avLst/>
          </a:prstGeom>
          <a:solidFill>
            <a:srgbClr val="F6CA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OYUNDAN ÇIK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896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lang="tr-TR" dirty="0" smtClean="0">
                <a:solidFill>
                  <a:schemeClr val="bg1"/>
                </a:solidFill>
              </a:rPr>
              <a:t>KATKISI OLANLAR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solidFill>
            <a:srgbClr val="F6CAF1"/>
          </a:solidFill>
          <a:ln>
            <a:noFill/>
          </a:ln>
        </p:spPr>
        <p:txBody>
          <a:bodyPr/>
          <a:lstStyle/>
          <a:p>
            <a:r>
              <a:rPr lang="tr-TR" dirty="0" smtClean="0">
                <a:solidFill>
                  <a:schemeClr val="bg1"/>
                </a:solidFill>
              </a:rPr>
              <a:t>Yapımcılar: Ronaldocu </a:t>
            </a:r>
            <a:r>
              <a:rPr lang="tr-TR" dirty="0" err="1" smtClean="0">
                <a:solidFill>
                  <a:schemeClr val="bg1"/>
                </a:solidFill>
              </a:rPr>
              <a:t>Messi</a:t>
            </a:r>
            <a:r>
              <a:rPr lang="tr-TR" dirty="0" smtClean="0">
                <a:solidFill>
                  <a:schemeClr val="bg1"/>
                </a:solidFill>
              </a:rPr>
              <a:t>(M_S) ve </a:t>
            </a:r>
            <a:r>
              <a:rPr lang="tr-TR" dirty="0" err="1" smtClean="0">
                <a:solidFill>
                  <a:schemeClr val="bg1"/>
                </a:solidFill>
              </a:rPr>
              <a:t>Mr.Arda</a:t>
            </a:r>
            <a:endParaRPr lang="tr-TR" dirty="0" smtClean="0">
              <a:solidFill>
                <a:schemeClr val="bg1"/>
              </a:solidFill>
            </a:endParaRPr>
          </a:p>
          <a:p>
            <a:r>
              <a:rPr lang="tr-TR" dirty="0" smtClean="0">
                <a:solidFill>
                  <a:schemeClr val="bg1"/>
                </a:solidFill>
              </a:rPr>
              <a:t>Karakter Tasarımları:Sunucudaki çoğu kişi :D</a:t>
            </a:r>
          </a:p>
          <a:p>
            <a:r>
              <a:rPr lang="tr-TR" dirty="0" smtClean="0">
                <a:solidFill>
                  <a:schemeClr val="bg1"/>
                </a:solidFill>
              </a:rPr>
              <a:t>Oyun </a:t>
            </a:r>
            <a:r>
              <a:rPr lang="tr-TR" dirty="0" err="1" smtClean="0">
                <a:solidFill>
                  <a:schemeClr val="bg1"/>
                </a:solidFill>
              </a:rPr>
              <a:t>Fikri:Arda</a:t>
            </a:r>
            <a:r>
              <a:rPr lang="tr-TR" dirty="0" smtClean="0">
                <a:solidFill>
                  <a:schemeClr val="bg1"/>
                </a:solidFill>
              </a:rPr>
              <a:t> Ama Azra olan(</a:t>
            </a:r>
            <a:r>
              <a:rPr lang="tr-TR" dirty="0" err="1" smtClean="0">
                <a:solidFill>
                  <a:schemeClr val="bg1"/>
                </a:solidFill>
              </a:rPr>
              <a:t>Mr.Arda</a:t>
            </a:r>
            <a:r>
              <a:rPr lang="tr-TR" dirty="0" smtClean="0">
                <a:solidFill>
                  <a:schemeClr val="bg1"/>
                </a:solidFill>
              </a:rPr>
              <a:t>)</a:t>
            </a:r>
          </a:p>
          <a:p>
            <a:r>
              <a:rPr lang="tr-TR" dirty="0" smtClean="0">
                <a:solidFill>
                  <a:schemeClr val="bg1"/>
                </a:solidFill>
              </a:rPr>
              <a:t>Sunucu:</a:t>
            </a:r>
            <a:r>
              <a:rPr lang="tr-TR" dirty="0" err="1" smtClean="0">
                <a:solidFill>
                  <a:schemeClr val="bg1"/>
                </a:solidFill>
              </a:rPr>
              <a:t>Startoon</a:t>
            </a:r>
            <a:endParaRPr lang="tr-TR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tr-TR" dirty="0" smtClean="0">
                <a:solidFill>
                  <a:schemeClr val="bg1"/>
                </a:solidFill>
              </a:rPr>
              <a:t/>
            </a:r>
            <a:br>
              <a:rPr lang="tr-TR" dirty="0" smtClean="0">
                <a:solidFill>
                  <a:schemeClr val="bg1"/>
                </a:solidFill>
              </a:rPr>
            </a:br>
            <a:endParaRPr lang="tr-TR" dirty="0" smtClean="0">
              <a:solidFill>
                <a:schemeClr val="bg1"/>
              </a:solidFill>
            </a:endParaRPr>
          </a:p>
        </p:txBody>
      </p:sp>
      <p:sp>
        <p:nvSpPr>
          <p:cNvPr id="5" name="4 Sol Ok">
            <a:hlinkClick r:id="rId2" action="ppaction://hlinksldjump"/>
          </p:cNvPr>
          <p:cNvSpPr/>
          <p:nvPr/>
        </p:nvSpPr>
        <p:spPr>
          <a:xfrm>
            <a:off x="0" y="5929330"/>
            <a:ext cx="1357290" cy="928670"/>
          </a:xfrm>
          <a:prstGeom prst="lef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Geri Dön</a:t>
            </a:r>
            <a:endParaRPr lang="tr-TR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r>
              <a:rPr lang="tr-TR" dirty="0" smtClean="0">
                <a:solidFill>
                  <a:schemeClr val="bg1"/>
                </a:solidFill>
              </a:rPr>
              <a:t>OYUN</a:t>
            </a:r>
            <a:r>
              <a:rPr lang="tr-TR" dirty="0" smtClean="0"/>
              <a:t> </a:t>
            </a:r>
            <a:r>
              <a:rPr lang="tr-TR" dirty="0" smtClean="0">
                <a:solidFill>
                  <a:schemeClr val="bg1"/>
                </a:solidFill>
              </a:rPr>
              <a:t>HAKKINDA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>
            <a:normAutofit fontScale="77500" lnSpcReduction="20000"/>
          </a:bodyPr>
          <a:lstStyle/>
          <a:p>
            <a:r>
              <a:rPr lang="tr-TR" dirty="0" err="1" smtClean="0">
                <a:solidFill>
                  <a:schemeClr val="bg1">
                    <a:lumMod val="95000"/>
                  </a:schemeClr>
                </a:solidFill>
              </a:rPr>
              <a:t>Startoon</a:t>
            </a:r>
            <a:r>
              <a:rPr lang="tr-TR" dirty="0" smtClean="0">
                <a:solidFill>
                  <a:schemeClr val="bg1">
                    <a:lumMod val="95000"/>
                  </a:schemeClr>
                </a:solidFill>
              </a:rPr>
              <a:t> adlı sunucuda aramızda geçen şakalar üzerine yapılmış bir oyundur. Karakterler ve hikayenin bir kısmı sunucudaki kişiler ile hazırlanmıştır.</a:t>
            </a:r>
          </a:p>
          <a:p>
            <a:r>
              <a:rPr lang="tr-TR" dirty="0" smtClean="0">
                <a:solidFill>
                  <a:schemeClr val="bg1">
                    <a:lumMod val="95000"/>
                  </a:schemeClr>
                </a:solidFill>
              </a:rPr>
              <a:t>Karakterlerin hepsi gerçekten sunucudaki insanlardan esinlenilmiştir.</a:t>
            </a:r>
          </a:p>
          <a:p>
            <a:r>
              <a:rPr lang="tr-TR" dirty="0" smtClean="0">
                <a:solidFill>
                  <a:schemeClr val="bg1">
                    <a:lumMod val="95000"/>
                  </a:schemeClr>
                </a:solidFill>
              </a:rPr>
              <a:t>Oyun herkesin oynayabilmesi ve yapımcının bilgisayarının patates olmasından dolayı Powerpoint üzerinden yapılmıştır.</a:t>
            </a:r>
          </a:p>
          <a:p>
            <a:r>
              <a:rPr lang="tr-TR" dirty="0" smtClean="0">
                <a:solidFill>
                  <a:schemeClr val="bg1">
                    <a:lumMod val="95000"/>
                  </a:schemeClr>
                </a:solidFill>
              </a:rPr>
              <a:t>Sunucuda olup oyunda olmayanlar devam oyunlarına eklenecektir :D </a:t>
            </a:r>
          </a:p>
          <a:p>
            <a:r>
              <a:rPr lang="tr-TR" dirty="0" smtClean="0">
                <a:solidFill>
                  <a:schemeClr val="bg1">
                    <a:lumMod val="95000"/>
                  </a:schemeClr>
                </a:solidFill>
              </a:rPr>
              <a:t>Kendinizde bir şeyi değiştirmek isterseniz yapımcıya yazmanız yeterlidir</a:t>
            </a:r>
          </a:p>
          <a:p>
            <a:r>
              <a:rPr lang="tr-TR" dirty="0" smtClean="0">
                <a:solidFill>
                  <a:schemeClr val="bg1">
                    <a:lumMod val="95000"/>
                  </a:schemeClr>
                </a:solidFill>
              </a:rPr>
              <a:t>Oyundan hiçbir maddi kazanım bulunmamaktadır</a:t>
            </a:r>
            <a:endParaRPr lang="tr-TR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3 Sol Ok">
            <a:hlinkClick r:id="rId2" action="ppaction://hlinksldjump"/>
          </p:cNvPr>
          <p:cNvSpPr/>
          <p:nvPr/>
        </p:nvSpPr>
        <p:spPr>
          <a:xfrm>
            <a:off x="0" y="5929330"/>
            <a:ext cx="1357290" cy="928670"/>
          </a:xfrm>
          <a:prstGeom prst="lef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Geri Dön</a:t>
            </a:r>
            <a:endParaRPr lang="tr-TR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Dikdörtgen"/>
          <p:cNvSpPr/>
          <p:nvPr/>
        </p:nvSpPr>
        <p:spPr>
          <a:xfrm>
            <a:off x="428596" y="357166"/>
            <a:ext cx="8143932" cy="1643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HAFTA SEÇ</a:t>
            </a:r>
            <a:endParaRPr lang="tr-TR" dirty="0"/>
          </a:p>
        </p:txBody>
      </p:sp>
      <p:sp>
        <p:nvSpPr>
          <p:cNvPr id="9" name="Metin kutusu 8"/>
          <p:cNvSpPr txBox="1"/>
          <p:nvPr/>
        </p:nvSpPr>
        <p:spPr>
          <a:xfrm>
            <a:off x="2339752" y="5517232"/>
            <a:ext cx="3400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GÜNCELLEMELERLE DİĞER HAFTALAR EKLENECEKTİR</a:t>
            </a:r>
          </a:p>
        </p:txBody>
      </p:sp>
      <p:sp>
        <p:nvSpPr>
          <p:cNvPr id="5" name="13 Dikdörtgen">
            <a:hlinkClick r:id="rId2" action="ppaction://hlinksldjump"/>
          </p:cNvPr>
          <p:cNvSpPr/>
          <p:nvPr/>
        </p:nvSpPr>
        <p:spPr>
          <a:xfrm>
            <a:off x="5364088" y="1556792"/>
            <a:ext cx="3600400" cy="35283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HAFTA 2</a:t>
            </a:r>
          </a:p>
          <a:p>
            <a:pPr algn="ctr"/>
            <a:endParaRPr lang="tr-TR" dirty="0"/>
          </a:p>
          <a:p>
            <a:pPr algn="ctr"/>
            <a:r>
              <a:rPr lang="tr-TR" dirty="0" smtClean="0"/>
              <a:t>Karakterimiz diğer yöneticilerle tanışır</a:t>
            </a:r>
          </a:p>
        </p:txBody>
      </p:sp>
      <p:sp>
        <p:nvSpPr>
          <p:cNvPr id="7" name="13 Dikdörtgen">
            <a:hlinkClick r:id="rId3" action="ppaction://hlinksldjump"/>
          </p:cNvPr>
          <p:cNvSpPr/>
          <p:nvPr/>
        </p:nvSpPr>
        <p:spPr>
          <a:xfrm>
            <a:off x="899591" y="1556792"/>
            <a:ext cx="3140649" cy="34563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HAFTA 1 </a:t>
            </a:r>
          </a:p>
          <a:p>
            <a:pPr algn="ctr"/>
            <a:endParaRPr lang="tr-TR" dirty="0"/>
          </a:p>
          <a:p>
            <a:pPr algn="ctr"/>
            <a:r>
              <a:rPr lang="tr-TR" dirty="0" smtClean="0"/>
              <a:t>Karakterimiz bir kulübe girmeye çalışır ve olaylar başlar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55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school-417612__48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4591" y="0"/>
            <a:ext cx="9158591" cy="6858896"/>
          </a:xfrm>
        </p:spPr>
      </p:pic>
      <p:pic>
        <p:nvPicPr>
          <p:cNvPr id="5" name="4 Resim" descr="Baslksz1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52" y="2428868"/>
            <a:ext cx="1828800" cy="1828800"/>
          </a:xfrm>
          <a:prstGeom prst="rect">
            <a:avLst/>
          </a:prstGeom>
        </p:spPr>
      </p:pic>
      <p:pic>
        <p:nvPicPr>
          <p:cNvPr id="6" name="5 Resim" descr="Baslksz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143239" y="2500306"/>
            <a:ext cx="2114095" cy="2438390"/>
          </a:xfrm>
          <a:prstGeom prst="rect">
            <a:avLst/>
          </a:prstGeom>
        </p:spPr>
      </p:pic>
      <p:pic>
        <p:nvPicPr>
          <p:cNvPr id="7" name="6 Resim" descr="Baslksz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28986">
            <a:off x="5012833" y="2683724"/>
            <a:ext cx="1962735" cy="2614618"/>
          </a:xfrm>
          <a:prstGeom prst="rect">
            <a:avLst/>
          </a:prstGeom>
        </p:spPr>
      </p:pic>
      <p:pic>
        <p:nvPicPr>
          <p:cNvPr id="9" name="8 Resim" descr="20220813_1231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14282" y="1928802"/>
            <a:ext cx="2500330" cy="2710609"/>
          </a:xfrm>
          <a:prstGeom prst="rect">
            <a:avLst/>
          </a:prstGeom>
        </p:spPr>
      </p:pic>
      <p:sp>
        <p:nvSpPr>
          <p:cNvPr id="10" name="9 Dolu Çerçeve"/>
          <p:cNvSpPr/>
          <p:nvPr/>
        </p:nvSpPr>
        <p:spPr>
          <a:xfrm rot="4871081">
            <a:off x="-470260" y="3384429"/>
            <a:ext cx="1643074" cy="117912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10 Metin kutusu"/>
          <p:cNvSpPr txBox="1"/>
          <p:nvPr/>
        </p:nvSpPr>
        <p:spPr>
          <a:xfrm rot="21073135">
            <a:off x="-53120" y="3405999"/>
            <a:ext cx="887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FİZİK</a:t>
            </a:r>
            <a:endParaRPr lang="tr-TR" dirty="0"/>
          </a:p>
        </p:txBody>
      </p:sp>
      <p:sp>
        <p:nvSpPr>
          <p:cNvPr id="12" name="11 Dikdörtgen"/>
          <p:cNvSpPr/>
          <p:nvPr/>
        </p:nvSpPr>
        <p:spPr>
          <a:xfrm>
            <a:off x="214282" y="5000636"/>
            <a:ext cx="8715436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000" dirty="0" smtClean="0">
                <a:solidFill>
                  <a:schemeClr val="bg1">
                    <a:lumMod val="95000"/>
                  </a:schemeClr>
                </a:solidFill>
              </a:rPr>
              <a:t>OFF bu gün gerçekten çok yorucuydu.Kantinden bir şeyler alıp çıkıyım </a:t>
            </a:r>
            <a:r>
              <a:rPr lang="tr-TR" sz="2000" dirty="0" err="1" smtClean="0">
                <a:solidFill>
                  <a:schemeClr val="bg1">
                    <a:lumMod val="95000"/>
                  </a:schemeClr>
                </a:solidFill>
              </a:rPr>
              <a:t>ba</a:t>
            </a:r>
            <a:r>
              <a:rPr lang="tr-TR" sz="2000" dirty="0" smtClean="0">
                <a:solidFill>
                  <a:schemeClr val="bg1">
                    <a:lumMod val="95000"/>
                  </a:schemeClr>
                </a:solidFill>
              </a:rPr>
              <a:t>-</a:t>
            </a:r>
          </a:p>
          <a:p>
            <a:pPr algn="ctr"/>
            <a:r>
              <a:rPr lang="tr-TR" sz="2000" dirty="0" smtClean="0">
                <a:solidFill>
                  <a:schemeClr val="bg1">
                    <a:lumMod val="95000"/>
                  </a:schemeClr>
                </a:solidFill>
              </a:rPr>
              <a:t>AAA telefon çalıyor</a:t>
            </a:r>
            <a:r>
              <a:rPr lang="tr-TR" sz="1600" dirty="0" smtClean="0">
                <a:solidFill>
                  <a:schemeClr val="bg1">
                    <a:lumMod val="95000"/>
                  </a:schemeClr>
                </a:solidFill>
              </a:rPr>
              <a:t>.</a:t>
            </a:r>
            <a:endParaRPr lang="tr-TR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12 Sağ Ok">
            <a:hlinkClick r:id="rId7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13 Dikdörtgen"/>
          <p:cNvSpPr/>
          <p:nvPr/>
        </p:nvSpPr>
        <p:spPr>
          <a:xfrm>
            <a:off x="214282" y="4786322"/>
            <a:ext cx="1428760" cy="4286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school-417612__48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4591" y="0"/>
            <a:ext cx="9158591" cy="6858896"/>
          </a:xfrm>
        </p:spPr>
      </p:pic>
      <p:pic>
        <p:nvPicPr>
          <p:cNvPr id="5" name="4 Resim" descr="Baslksz1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52" y="2428868"/>
            <a:ext cx="1828800" cy="1828800"/>
          </a:xfrm>
          <a:prstGeom prst="rect">
            <a:avLst/>
          </a:prstGeom>
        </p:spPr>
      </p:pic>
      <p:pic>
        <p:nvPicPr>
          <p:cNvPr id="6" name="5 Resim" descr="Baslksz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143239" y="2500306"/>
            <a:ext cx="2114095" cy="2438390"/>
          </a:xfrm>
          <a:prstGeom prst="rect">
            <a:avLst/>
          </a:prstGeom>
        </p:spPr>
      </p:pic>
      <p:pic>
        <p:nvPicPr>
          <p:cNvPr id="7" name="6 Resim" descr="Baslksz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28986">
            <a:off x="5012833" y="2683724"/>
            <a:ext cx="1962735" cy="2614618"/>
          </a:xfrm>
          <a:prstGeom prst="rect">
            <a:avLst/>
          </a:prstGeom>
        </p:spPr>
      </p:pic>
      <p:pic>
        <p:nvPicPr>
          <p:cNvPr id="9" name="8 Resim" descr="20220813_1231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14282" y="1928802"/>
            <a:ext cx="2500330" cy="2710609"/>
          </a:xfrm>
          <a:prstGeom prst="rect">
            <a:avLst/>
          </a:prstGeom>
        </p:spPr>
      </p:pic>
      <p:sp>
        <p:nvSpPr>
          <p:cNvPr id="10" name="9 Dolu Çerçeve"/>
          <p:cNvSpPr/>
          <p:nvPr/>
        </p:nvSpPr>
        <p:spPr>
          <a:xfrm rot="4871081">
            <a:off x="-470260" y="3384429"/>
            <a:ext cx="1643074" cy="117912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10 Metin kutusu"/>
          <p:cNvSpPr txBox="1"/>
          <p:nvPr/>
        </p:nvSpPr>
        <p:spPr>
          <a:xfrm rot="21073135">
            <a:off x="-53120" y="3405999"/>
            <a:ext cx="887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FİZİK</a:t>
            </a:r>
            <a:endParaRPr lang="tr-TR" dirty="0"/>
          </a:p>
        </p:txBody>
      </p:sp>
      <p:sp>
        <p:nvSpPr>
          <p:cNvPr id="12" name="11 Dikdörtgen"/>
          <p:cNvSpPr/>
          <p:nvPr/>
        </p:nvSpPr>
        <p:spPr>
          <a:xfrm>
            <a:off x="214282" y="5000636"/>
            <a:ext cx="8715436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800" dirty="0" smtClean="0">
                <a:solidFill>
                  <a:schemeClr val="bg1">
                    <a:lumMod val="95000"/>
                  </a:schemeClr>
                </a:solidFill>
              </a:rPr>
              <a:t>Alo?Anne </a:t>
            </a:r>
            <a:r>
              <a:rPr lang="tr-TR" sz="2800" dirty="0" err="1" smtClean="0">
                <a:solidFill>
                  <a:schemeClr val="bg1">
                    <a:lumMod val="95000"/>
                  </a:schemeClr>
                </a:solidFill>
              </a:rPr>
              <a:t>noldu</a:t>
            </a:r>
            <a:r>
              <a:rPr lang="tr-TR" sz="2800" dirty="0" smtClean="0">
                <a:solidFill>
                  <a:schemeClr val="bg1">
                    <a:lumMod val="95000"/>
                  </a:schemeClr>
                </a:solidFill>
              </a:rPr>
              <a:t> bende tam eve </a:t>
            </a:r>
            <a:r>
              <a:rPr lang="tr-TR" sz="2800" dirty="0" err="1" smtClean="0">
                <a:solidFill>
                  <a:schemeClr val="bg1">
                    <a:lumMod val="95000"/>
                  </a:schemeClr>
                </a:solidFill>
              </a:rPr>
              <a:t>gelicektim</a:t>
            </a:r>
            <a:endParaRPr lang="tr-TR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12 Sağ Ok">
            <a:hlinkClick r:id="" action="ppaction://hlinkshowjump?jump=nextslide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14 Dikdörtgen"/>
          <p:cNvSpPr/>
          <p:nvPr/>
        </p:nvSpPr>
        <p:spPr>
          <a:xfrm>
            <a:off x="214282" y="4786322"/>
            <a:ext cx="1428760" cy="4286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school-417612__48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4591" y="0"/>
            <a:ext cx="9158591" cy="6858896"/>
          </a:xfrm>
        </p:spPr>
      </p:pic>
      <p:pic>
        <p:nvPicPr>
          <p:cNvPr id="5" name="4 Resim" descr="Baslksz1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52" y="2428868"/>
            <a:ext cx="1828800" cy="1828800"/>
          </a:xfrm>
          <a:prstGeom prst="rect">
            <a:avLst/>
          </a:prstGeom>
        </p:spPr>
      </p:pic>
      <p:pic>
        <p:nvPicPr>
          <p:cNvPr id="6" name="5 Resim" descr="Baslksz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172285" y="2500306"/>
            <a:ext cx="2114095" cy="2438390"/>
          </a:xfrm>
          <a:prstGeom prst="rect">
            <a:avLst/>
          </a:prstGeom>
        </p:spPr>
      </p:pic>
      <p:pic>
        <p:nvPicPr>
          <p:cNvPr id="7" name="6 Resim" descr="Baslksz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28986">
            <a:off x="5012833" y="2683724"/>
            <a:ext cx="1962735" cy="2614618"/>
          </a:xfrm>
          <a:prstGeom prst="rect">
            <a:avLst/>
          </a:prstGeom>
        </p:spPr>
      </p:pic>
      <p:pic>
        <p:nvPicPr>
          <p:cNvPr id="9" name="8 Resim" descr="20220813_1231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14282" y="1928802"/>
            <a:ext cx="2500330" cy="2710609"/>
          </a:xfrm>
          <a:prstGeom prst="rect">
            <a:avLst/>
          </a:prstGeom>
        </p:spPr>
      </p:pic>
      <p:sp>
        <p:nvSpPr>
          <p:cNvPr id="10" name="9 Dolu Çerçeve"/>
          <p:cNvSpPr/>
          <p:nvPr/>
        </p:nvSpPr>
        <p:spPr>
          <a:xfrm rot="4871081">
            <a:off x="-470260" y="3384429"/>
            <a:ext cx="1643074" cy="117912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10 Metin kutusu"/>
          <p:cNvSpPr txBox="1"/>
          <p:nvPr/>
        </p:nvSpPr>
        <p:spPr>
          <a:xfrm rot="21073135">
            <a:off x="-53120" y="3405999"/>
            <a:ext cx="887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FİZİK</a:t>
            </a:r>
            <a:endParaRPr lang="tr-TR" dirty="0"/>
          </a:p>
        </p:txBody>
      </p:sp>
      <p:sp>
        <p:nvSpPr>
          <p:cNvPr id="12" name="11 Dikdörtgen"/>
          <p:cNvSpPr/>
          <p:nvPr/>
        </p:nvSpPr>
        <p:spPr>
          <a:xfrm>
            <a:off x="214282" y="5000636"/>
            <a:ext cx="8715436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Yavrum eve eğer bir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kulüpe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girmezsen gelemezsin</a:t>
            </a:r>
            <a:endParaRPr lang="tr-TR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12 Sağ Ok">
            <a:hlinkClick r:id="" action="ppaction://hlinkshowjump?jump=nextslide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13 Dikdörtgen"/>
          <p:cNvSpPr/>
          <p:nvPr/>
        </p:nvSpPr>
        <p:spPr>
          <a:xfrm>
            <a:off x="214282" y="4786322"/>
            <a:ext cx="1428760" cy="4286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ANNEN</a:t>
            </a:r>
            <a:endParaRPr lang="tr-TR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school-417612__48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4591" y="0"/>
            <a:ext cx="9158591" cy="6858896"/>
          </a:xfrm>
        </p:spPr>
      </p:pic>
      <p:pic>
        <p:nvPicPr>
          <p:cNvPr id="5" name="4 Resim" descr="Baslksz1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52" y="2428868"/>
            <a:ext cx="1828800" cy="1828800"/>
          </a:xfrm>
          <a:prstGeom prst="rect">
            <a:avLst/>
          </a:prstGeom>
        </p:spPr>
      </p:pic>
      <p:pic>
        <p:nvPicPr>
          <p:cNvPr id="6" name="5 Resim" descr="Baslksz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243723" y="2500306"/>
            <a:ext cx="2114095" cy="2438390"/>
          </a:xfrm>
          <a:prstGeom prst="rect">
            <a:avLst/>
          </a:prstGeom>
        </p:spPr>
      </p:pic>
      <p:pic>
        <p:nvPicPr>
          <p:cNvPr id="7" name="6 Resim" descr="Baslksz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28986">
            <a:off x="5012833" y="2683724"/>
            <a:ext cx="1962735" cy="2614618"/>
          </a:xfrm>
          <a:prstGeom prst="rect">
            <a:avLst/>
          </a:prstGeom>
        </p:spPr>
      </p:pic>
      <p:pic>
        <p:nvPicPr>
          <p:cNvPr id="9" name="8 Resim" descr="20220813_1231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14282" y="1928802"/>
            <a:ext cx="2500330" cy="2710609"/>
          </a:xfrm>
          <a:prstGeom prst="rect">
            <a:avLst/>
          </a:prstGeom>
        </p:spPr>
      </p:pic>
      <p:sp>
        <p:nvSpPr>
          <p:cNvPr id="10" name="9 Dolu Çerçeve"/>
          <p:cNvSpPr/>
          <p:nvPr/>
        </p:nvSpPr>
        <p:spPr>
          <a:xfrm rot="4871081">
            <a:off x="-470260" y="3384429"/>
            <a:ext cx="1643074" cy="117912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10 Metin kutusu"/>
          <p:cNvSpPr txBox="1"/>
          <p:nvPr/>
        </p:nvSpPr>
        <p:spPr>
          <a:xfrm rot="21073135">
            <a:off x="-53120" y="3405999"/>
            <a:ext cx="887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FİZİK</a:t>
            </a:r>
            <a:endParaRPr lang="tr-TR" dirty="0"/>
          </a:p>
        </p:txBody>
      </p:sp>
      <p:sp>
        <p:nvSpPr>
          <p:cNvPr id="12" name="11 Dikdörtgen"/>
          <p:cNvSpPr/>
          <p:nvPr/>
        </p:nvSpPr>
        <p:spPr>
          <a:xfrm>
            <a:off x="214282" y="5000636"/>
            <a:ext cx="8715436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dirty="0" smtClean="0">
                <a:solidFill>
                  <a:schemeClr val="bg1">
                    <a:lumMod val="95000"/>
                  </a:schemeClr>
                </a:solidFill>
              </a:rPr>
              <a:t>NE?! NEDEN</a:t>
            </a:r>
            <a:endParaRPr lang="tr-TR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12 Sağ Ok">
            <a:hlinkClick r:id="" action="ppaction://hlinkshowjump?jump=nextslide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13 Dikdörtgen"/>
          <p:cNvSpPr/>
          <p:nvPr/>
        </p:nvSpPr>
        <p:spPr>
          <a:xfrm>
            <a:off x="214282" y="4786322"/>
            <a:ext cx="1428760" cy="4286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school-417612__48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4591" y="0"/>
            <a:ext cx="9158591" cy="6858896"/>
          </a:xfrm>
        </p:spPr>
      </p:pic>
      <p:pic>
        <p:nvPicPr>
          <p:cNvPr id="5" name="4 Resim" descr="Baslksz1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52" y="2428868"/>
            <a:ext cx="1828800" cy="1828800"/>
          </a:xfrm>
          <a:prstGeom prst="rect">
            <a:avLst/>
          </a:prstGeom>
        </p:spPr>
      </p:pic>
      <p:pic>
        <p:nvPicPr>
          <p:cNvPr id="6" name="5 Resim" descr="Baslksz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243723" y="2500306"/>
            <a:ext cx="2114095" cy="2438390"/>
          </a:xfrm>
          <a:prstGeom prst="rect">
            <a:avLst/>
          </a:prstGeom>
        </p:spPr>
      </p:pic>
      <p:pic>
        <p:nvPicPr>
          <p:cNvPr id="7" name="6 Resim" descr="Baslksz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28986">
            <a:off x="5012833" y="2683724"/>
            <a:ext cx="1962735" cy="2614618"/>
          </a:xfrm>
          <a:prstGeom prst="rect">
            <a:avLst/>
          </a:prstGeom>
        </p:spPr>
      </p:pic>
      <p:pic>
        <p:nvPicPr>
          <p:cNvPr id="9" name="8 Resim" descr="20220813_1231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14282" y="1928802"/>
            <a:ext cx="2500330" cy="2710609"/>
          </a:xfrm>
          <a:prstGeom prst="rect">
            <a:avLst/>
          </a:prstGeom>
        </p:spPr>
      </p:pic>
      <p:sp>
        <p:nvSpPr>
          <p:cNvPr id="10" name="9 Dolu Çerçeve"/>
          <p:cNvSpPr/>
          <p:nvPr/>
        </p:nvSpPr>
        <p:spPr>
          <a:xfrm rot="4871081">
            <a:off x="-470260" y="3384429"/>
            <a:ext cx="1643074" cy="117912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10 Metin kutusu"/>
          <p:cNvSpPr txBox="1"/>
          <p:nvPr/>
        </p:nvSpPr>
        <p:spPr>
          <a:xfrm rot="21073135">
            <a:off x="-53120" y="3405999"/>
            <a:ext cx="887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FİZİK</a:t>
            </a:r>
            <a:endParaRPr lang="tr-TR" dirty="0"/>
          </a:p>
        </p:txBody>
      </p:sp>
      <p:sp>
        <p:nvSpPr>
          <p:cNvPr id="12" name="11 Dikdörtgen"/>
          <p:cNvSpPr/>
          <p:nvPr/>
        </p:nvSpPr>
        <p:spPr>
          <a:xfrm>
            <a:off x="214282" y="5000636"/>
            <a:ext cx="8715436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Çünkü çok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asosyalsın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ve benim kafa dinlemeye ihtiyacım var.Bir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kulüpe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gir ve sosyalleş çabuk!</a:t>
            </a:r>
            <a:endParaRPr lang="tr-TR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12 Sağ Ok">
            <a:hlinkClick r:id="" action="ppaction://hlinkshowjump?jump=nextslide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13 Dikdörtgen"/>
          <p:cNvSpPr/>
          <p:nvPr/>
        </p:nvSpPr>
        <p:spPr>
          <a:xfrm>
            <a:off x="214282" y="4786322"/>
            <a:ext cx="1428760" cy="4286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ANNEN</a:t>
            </a:r>
            <a:endParaRPr lang="tr-TR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school-417612__48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4591" y="0"/>
            <a:ext cx="9158591" cy="6858896"/>
          </a:xfrm>
        </p:spPr>
      </p:pic>
      <p:pic>
        <p:nvPicPr>
          <p:cNvPr id="5" name="4 Resim" descr="Baslksz1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52" y="2428868"/>
            <a:ext cx="1828800" cy="1828800"/>
          </a:xfrm>
          <a:prstGeom prst="rect">
            <a:avLst/>
          </a:prstGeom>
        </p:spPr>
      </p:pic>
      <p:pic>
        <p:nvPicPr>
          <p:cNvPr id="6" name="5 Resim" descr="Baslksz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386599" y="2500306"/>
            <a:ext cx="2114095" cy="2438390"/>
          </a:xfrm>
          <a:prstGeom prst="rect">
            <a:avLst/>
          </a:prstGeom>
        </p:spPr>
      </p:pic>
      <p:pic>
        <p:nvPicPr>
          <p:cNvPr id="7" name="6 Resim" descr="Baslksz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28986">
            <a:off x="5012833" y="2683724"/>
            <a:ext cx="1962735" cy="2614618"/>
          </a:xfrm>
          <a:prstGeom prst="rect">
            <a:avLst/>
          </a:prstGeom>
        </p:spPr>
      </p:pic>
      <p:pic>
        <p:nvPicPr>
          <p:cNvPr id="9" name="8 Resim" descr="20220813_1231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14282" y="1928802"/>
            <a:ext cx="2500330" cy="2710609"/>
          </a:xfrm>
          <a:prstGeom prst="rect">
            <a:avLst/>
          </a:prstGeom>
        </p:spPr>
      </p:pic>
      <p:sp>
        <p:nvSpPr>
          <p:cNvPr id="10" name="9 Dolu Çerçeve"/>
          <p:cNvSpPr/>
          <p:nvPr/>
        </p:nvSpPr>
        <p:spPr>
          <a:xfrm rot="4871081">
            <a:off x="-470260" y="3384429"/>
            <a:ext cx="1643074" cy="117912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10 Metin kutusu"/>
          <p:cNvSpPr txBox="1"/>
          <p:nvPr/>
        </p:nvSpPr>
        <p:spPr>
          <a:xfrm rot="21073135">
            <a:off x="-53120" y="3405999"/>
            <a:ext cx="887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FİZİK</a:t>
            </a:r>
            <a:endParaRPr lang="tr-TR" dirty="0"/>
          </a:p>
        </p:txBody>
      </p:sp>
      <p:sp>
        <p:nvSpPr>
          <p:cNvPr id="12" name="11 Dikdörtgen"/>
          <p:cNvSpPr/>
          <p:nvPr/>
        </p:nvSpPr>
        <p:spPr>
          <a:xfrm>
            <a:off x="214282" y="5000636"/>
            <a:ext cx="8715436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800" dirty="0" smtClean="0">
                <a:solidFill>
                  <a:schemeClr val="bg1">
                    <a:lumMod val="95000"/>
                  </a:schemeClr>
                </a:solidFill>
              </a:rPr>
              <a:t>AAAĞĞĞ Tamam anne akşama evdeyim o zaman</a:t>
            </a:r>
            <a:endParaRPr lang="tr-TR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12 Sağ Ok">
            <a:hlinkClick r:id="" action="ppaction://hlinkshowjump?jump=nextslide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13 Dikdörtgen"/>
          <p:cNvSpPr/>
          <p:nvPr/>
        </p:nvSpPr>
        <p:spPr>
          <a:xfrm>
            <a:off x="214282" y="4786322"/>
            <a:ext cx="1428760" cy="4286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school-417612__48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4591" y="0"/>
            <a:ext cx="9158591" cy="6858896"/>
          </a:xfrm>
        </p:spPr>
      </p:pic>
      <p:pic>
        <p:nvPicPr>
          <p:cNvPr id="5" name="4 Resim" descr="Baslksz1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52" y="2428868"/>
            <a:ext cx="1828800" cy="1828800"/>
          </a:xfrm>
          <a:prstGeom prst="rect">
            <a:avLst/>
          </a:prstGeom>
        </p:spPr>
      </p:pic>
      <p:pic>
        <p:nvPicPr>
          <p:cNvPr id="6" name="5 Resim" descr="Baslksz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743789" y="2500306"/>
            <a:ext cx="2114095" cy="2438390"/>
          </a:xfrm>
          <a:prstGeom prst="rect">
            <a:avLst/>
          </a:prstGeom>
        </p:spPr>
      </p:pic>
      <p:pic>
        <p:nvPicPr>
          <p:cNvPr id="7" name="6 Resim" descr="Baslksz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28986">
            <a:off x="5311703" y="2683724"/>
            <a:ext cx="1962735" cy="2614618"/>
          </a:xfrm>
          <a:prstGeom prst="rect">
            <a:avLst/>
          </a:prstGeom>
        </p:spPr>
      </p:pic>
      <p:pic>
        <p:nvPicPr>
          <p:cNvPr id="9" name="8 Resim" descr="20220813_1231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14282" y="1928802"/>
            <a:ext cx="2500330" cy="2710609"/>
          </a:xfrm>
          <a:prstGeom prst="rect">
            <a:avLst/>
          </a:prstGeom>
        </p:spPr>
      </p:pic>
      <p:sp>
        <p:nvSpPr>
          <p:cNvPr id="10" name="9 Dolu Çerçeve"/>
          <p:cNvSpPr/>
          <p:nvPr/>
        </p:nvSpPr>
        <p:spPr>
          <a:xfrm rot="4871081">
            <a:off x="-470260" y="3384429"/>
            <a:ext cx="1643074" cy="117912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10 Metin kutusu"/>
          <p:cNvSpPr txBox="1"/>
          <p:nvPr/>
        </p:nvSpPr>
        <p:spPr>
          <a:xfrm rot="21073135">
            <a:off x="-53120" y="3405999"/>
            <a:ext cx="887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FİZİK</a:t>
            </a:r>
            <a:endParaRPr lang="tr-TR" dirty="0"/>
          </a:p>
        </p:txBody>
      </p:sp>
      <p:sp>
        <p:nvSpPr>
          <p:cNvPr id="12" name="11 Dikdörtgen"/>
          <p:cNvSpPr/>
          <p:nvPr/>
        </p:nvSpPr>
        <p:spPr>
          <a:xfrm>
            <a:off x="214282" y="5000636"/>
            <a:ext cx="8715436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dirty="0" smtClean="0">
                <a:solidFill>
                  <a:schemeClr val="bg1">
                    <a:lumMod val="95000"/>
                  </a:schemeClr>
                </a:solidFill>
              </a:rPr>
              <a:t>Hadi görüşürüz!</a:t>
            </a:r>
            <a:endParaRPr lang="tr-TR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12 Sağ Ok">
            <a:hlinkClick r:id="" action="ppaction://hlinkshowjump?jump=nextslide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13 Dikdörtgen"/>
          <p:cNvSpPr/>
          <p:nvPr/>
        </p:nvSpPr>
        <p:spPr>
          <a:xfrm>
            <a:off x="214282" y="4786322"/>
            <a:ext cx="1428760" cy="4286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ANNEN</a:t>
            </a:r>
            <a:endParaRPr lang="tr-TR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school-417612__48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4591" y="0"/>
            <a:ext cx="9158591" cy="6858896"/>
          </a:xfrm>
        </p:spPr>
      </p:pic>
      <p:pic>
        <p:nvPicPr>
          <p:cNvPr id="5" name="4 Resim" descr="Baslksz1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52" y="2428868"/>
            <a:ext cx="1828800" cy="1828800"/>
          </a:xfrm>
          <a:prstGeom prst="rect">
            <a:avLst/>
          </a:prstGeom>
        </p:spPr>
      </p:pic>
      <p:pic>
        <p:nvPicPr>
          <p:cNvPr id="6" name="5 Resim" descr="Baslksz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743789" y="2500306"/>
            <a:ext cx="2114095" cy="2438390"/>
          </a:xfrm>
          <a:prstGeom prst="rect">
            <a:avLst/>
          </a:prstGeom>
        </p:spPr>
      </p:pic>
      <p:pic>
        <p:nvPicPr>
          <p:cNvPr id="7" name="6 Resim" descr="Baslksz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28986">
            <a:off x="5311703" y="2683724"/>
            <a:ext cx="1962735" cy="2614618"/>
          </a:xfrm>
          <a:prstGeom prst="rect">
            <a:avLst/>
          </a:prstGeom>
        </p:spPr>
      </p:pic>
      <p:pic>
        <p:nvPicPr>
          <p:cNvPr id="9" name="8 Resim" descr="20220813_1231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14282" y="1928802"/>
            <a:ext cx="2500330" cy="2710609"/>
          </a:xfrm>
          <a:prstGeom prst="rect">
            <a:avLst/>
          </a:prstGeom>
        </p:spPr>
      </p:pic>
      <p:sp>
        <p:nvSpPr>
          <p:cNvPr id="10" name="9 Dolu Çerçeve"/>
          <p:cNvSpPr/>
          <p:nvPr/>
        </p:nvSpPr>
        <p:spPr>
          <a:xfrm rot="4871081">
            <a:off x="-470260" y="3384429"/>
            <a:ext cx="1643074" cy="117912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10 Metin kutusu"/>
          <p:cNvSpPr txBox="1"/>
          <p:nvPr/>
        </p:nvSpPr>
        <p:spPr>
          <a:xfrm rot="21073135">
            <a:off x="-53120" y="3405999"/>
            <a:ext cx="887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FİZİK</a:t>
            </a:r>
            <a:endParaRPr lang="tr-TR" dirty="0"/>
          </a:p>
        </p:txBody>
      </p:sp>
      <p:sp>
        <p:nvSpPr>
          <p:cNvPr id="12" name="11 Dikdörtgen"/>
          <p:cNvSpPr/>
          <p:nvPr/>
        </p:nvSpPr>
        <p:spPr>
          <a:xfrm>
            <a:off x="214282" y="5000636"/>
            <a:ext cx="8715436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AAA Nerden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bulucam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şimdi kulüp Neyse kantine gidiyim de düşünürüz artık</a:t>
            </a:r>
            <a:endParaRPr lang="tr-TR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12 Sağ Ok">
            <a:hlinkClick r:id="rId7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13 Dikdörtgen"/>
          <p:cNvSpPr/>
          <p:nvPr/>
        </p:nvSpPr>
        <p:spPr>
          <a:xfrm>
            <a:off x="214282" y="4786322"/>
            <a:ext cx="1428760" cy="4286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ANNEN</a:t>
            </a:r>
            <a:endParaRPr lang="tr-TR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restaurant-store_JQECRTOLPK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</p:spPr>
      </p:pic>
      <p:sp>
        <p:nvSpPr>
          <p:cNvPr id="5" name="11 Dikdörtgen"/>
          <p:cNvSpPr/>
          <p:nvPr/>
        </p:nvSpPr>
        <p:spPr>
          <a:xfrm>
            <a:off x="68527" y="5000636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Kantin niyeyse boş</a:t>
            </a:r>
            <a:endParaRPr lang="tr-TR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13 Dikdörtgen"/>
          <p:cNvSpPr/>
          <p:nvPr/>
        </p:nvSpPr>
        <p:spPr>
          <a:xfrm>
            <a:off x="199340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  <p:sp>
        <p:nvSpPr>
          <p:cNvPr id="7" name="12 Sağ Ok">
            <a:hlinkClick r:id="rId3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restaurant-store_JQECRTOLPK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</p:spPr>
      </p:pic>
      <p:sp>
        <p:nvSpPr>
          <p:cNvPr id="5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O sırada kantine giren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andaçı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görür</a:t>
            </a:r>
            <a:endParaRPr lang="tr-TR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12 Sağ Ok">
            <a:hlinkClick r:id="rId3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2984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restaurant-store_JQECRTOLPK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</p:spPr>
      </p:pic>
      <p:sp>
        <p:nvSpPr>
          <p:cNvPr id="7" name="12 Sağ Ok">
            <a:hlinkClick r:id="rId3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769892"/>
          </a:xfrm>
          <a:prstGeom prst="rect">
            <a:avLst/>
          </a:prstGeom>
        </p:spPr>
      </p:pic>
      <p:sp>
        <p:nvSpPr>
          <p:cNvPr id="6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Selam andaç</a:t>
            </a:r>
            <a:endParaRPr lang="tr-TR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  <p:sp>
        <p:nvSpPr>
          <p:cNvPr id="10" name="12 Sağ Ok">
            <a:hlinkClick r:id="rId5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3080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restaurant-store_JQECRTOLPK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</p:spPr>
      </p:pic>
      <p:sp>
        <p:nvSpPr>
          <p:cNvPr id="7" name="12 Sağ Ok">
            <a:hlinkClick r:id="rId3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769892"/>
          </a:xfrm>
          <a:prstGeom prst="rect">
            <a:avLst/>
          </a:prstGeom>
        </p:spPr>
      </p:pic>
      <p:sp>
        <p:nvSpPr>
          <p:cNvPr id="6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Selam yüzün asık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birşeye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mi üzgünsün?</a:t>
            </a:r>
            <a:endParaRPr lang="tr-TR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Andaç</a:t>
            </a:r>
            <a:endParaRPr lang="tr-TR" dirty="0"/>
          </a:p>
        </p:txBody>
      </p:sp>
      <p:sp>
        <p:nvSpPr>
          <p:cNvPr id="9" name="12 Sağ Ok">
            <a:hlinkClick r:id="rId5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264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restaurant-store_JQECRTOLPK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</p:spPr>
      </p:pic>
      <p:sp>
        <p:nvSpPr>
          <p:cNvPr id="7" name="12 Sağ Ok">
            <a:hlinkClick r:id="rId3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769892"/>
          </a:xfrm>
          <a:prstGeom prst="rect">
            <a:avLst/>
          </a:prstGeom>
        </p:spPr>
      </p:pic>
      <p:sp>
        <p:nvSpPr>
          <p:cNvPr id="6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Hayır ama canım sıkkın sadece</a:t>
            </a:r>
            <a:endParaRPr lang="tr-TR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  <p:sp>
        <p:nvSpPr>
          <p:cNvPr id="9" name="12 Sağ Ok">
            <a:hlinkClick r:id="rId5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72121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restaurant-store_JQECRTOLPK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</p:spPr>
      </p:pic>
      <p:sp>
        <p:nvSpPr>
          <p:cNvPr id="7" name="12 Sağ Ok">
            <a:hlinkClick r:id="rId3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769892"/>
          </a:xfrm>
          <a:prstGeom prst="rect">
            <a:avLst/>
          </a:prstGeom>
        </p:spPr>
      </p:pic>
      <p:sp>
        <p:nvSpPr>
          <p:cNvPr id="6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Nedenki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?</a:t>
            </a:r>
            <a:endParaRPr lang="tr-TR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Andaç</a:t>
            </a:r>
            <a:endParaRPr lang="tr-TR" dirty="0"/>
          </a:p>
        </p:txBody>
      </p:sp>
      <p:sp>
        <p:nvSpPr>
          <p:cNvPr id="9" name="12 Sağ Ok">
            <a:hlinkClick r:id="rId5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562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restaurant-store_JQECRTOLPK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</p:spPr>
      </p:pic>
      <p:sp>
        <p:nvSpPr>
          <p:cNvPr id="7" name="12 Sağ Ok">
            <a:hlinkClick r:id="rId3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769892"/>
          </a:xfrm>
          <a:prstGeom prst="rect">
            <a:avLst/>
          </a:prstGeom>
        </p:spPr>
      </p:pic>
      <p:sp>
        <p:nvSpPr>
          <p:cNvPr id="6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Annem kulübe katılmazsan eve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gelemessin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dio.Şimdiye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Kadarda tüm kulüpler dolmuştur 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  <a:sym typeface="Wingdings" pitchFamily="2" charset="2"/>
              </a:rPr>
              <a:t></a:t>
            </a:r>
            <a:endParaRPr lang="tr-TR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mtClean="0"/>
              <a:t>Sen</a:t>
            </a:r>
            <a:endParaRPr lang="tr-TR" dirty="0"/>
          </a:p>
        </p:txBody>
      </p:sp>
      <p:sp>
        <p:nvSpPr>
          <p:cNvPr id="9" name="12 Sağ Ok">
            <a:hlinkClick r:id="rId5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121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restaurant-store_JQECRTOLPK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</p:spPr>
      </p:pic>
      <p:sp>
        <p:nvSpPr>
          <p:cNvPr id="7" name="12 Sağ Ok">
            <a:hlinkClick r:id="rId3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769892"/>
          </a:xfrm>
          <a:prstGeom prst="rect">
            <a:avLst/>
          </a:prstGeom>
        </p:spPr>
      </p:pic>
      <p:sp>
        <p:nvSpPr>
          <p:cNvPr id="6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Aslında bizim kulüpte bir boşluk var</a:t>
            </a:r>
          </a:p>
        </p:txBody>
      </p:sp>
      <p:sp>
        <p:nvSpPr>
          <p:cNvPr id="8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Andaç</a:t>
            </a:r>
            <a:endParaRPr lang="tr-TR" dirty="0"/>
          </a:p>
        </p:txBody>
      </p:sp>
      <p:sp>
        <p:nvSpPr>
          <p:cNvPr id="9" name="12 Sağ Ok">
            <a:hlinkClick r:id="rId5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restaurant-store_JQECRTOLPK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</p:spPr>
      </p:pic>
      <p:sp>
        <p:nvSpPr>
          <p:cNvPr id="7" name="12 Sağ Ok">
            <a:hlinkClick r:id="rId3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769892"/>
          </a:xfrm>
          <a:prstGeom prst="rect">
            <a:avLst/>
          </a:prstGeom>
        </p:spPr>
      </p:pic>
      <p:sp>
        <p:nvSpPr>
          <p:cNvPr id="6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Sizin kulüp ne kulübüydü</a:t>
            </a:r>
          </a:p>
        </p:txBody>
      </p:sp>
      <p:sp>
        <p:nvSpPr>
          <p:cNvPr id="8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mtClean="0"/>
              <a:t>Sen</a:t>
            </a:r>
            <a:endParaRPr lang="tr-TR" dirty="0"/>
          </a:p>
        </p:txBody>
      </p:sp>
      <p:sp>
        <p:nvSpPr>
          <p:cNvPr id="9" name="12 Sağ Ok">
            <a:hlinkClick r:id="rId5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restaurant-store_JQECRTOLPK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</p:spPr>
      </p:pic>
      <p:sp>
        <p:nvSpPr>
          <p:cNvPr id="7" name="12 Sağ Ok">
            <a:hlinkClick r:id="rId3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769892"/>
          </a:xfrm>
          <a:prstGeom prst="rect">
            <a:avLst/>
          </a:prstGeom>
        </p:spPr>
      </p:pic>
      <p:sp>
        <p:nvSpPr>
          <p:cNvPr id="6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Çizgi dizi kulübü</a:t>
            </a:r>
          </a:p>
        </p:txBody>
      </p:sp>
      <p:sp>
        <p:nvSpPr>
          <p:cNvPr id="8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Andaç</a:t>
            </a:r>
            <a:endParaRPr lang="tr-TR" dirty="0"/>
          </a:p>
        </p:txBody>
      </p:sp>
      <p:sp>
        <p:nvSpPr>
          <p:cNvPr id="9" name="12 Sağ Ok">
            <a:hlinkClick r:id="rId5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restaurant-store_JQECRTOLPK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</p:spPr>
      </p:pic>
      <p:sp>
        <p:nvSpPr>
          <p:cNvPr id="7" name="12 Sağ Ok">
            <a:hlinkClick r:id="rId3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769892"/>
          </a:xfrm>
          <a:prstGeom prst="rect">
            <a:avLst/>
          </a:prstGeom>
        </p:spPr>
      </p:pic>
      <p:sp>
        <p:nvSpPr>
          <p:cNvPr id="6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He yani velet çizgi dizilerini mi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konuşuyonuz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mtClean="0"/>
              <a:t>Sen</a:t>
            </a:r>
            <a:endParaRPr lang="tr-TR" dirty="0"/>
          </a:p>
        </p:txBody>
      </p:sp>
      <p:sp>
        <p:nvSpPr>
          <p:cNvPr id="9" name="12 Sağ Ok">
            <a:hlinkClick r:id="rId5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restaurant-store_JQECRTOLPK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</p:spPr>
      </p:pic>
      <p:sp>
        <p:nvSpPr>
          <p:cNvPr id="7" name="12 Sağ Ok">
            <a:hlinkClick r:id="rId3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769892"/>
          </a:xfrm>
          <a:prstGeom prst="rect">
            <a:avLst/>
          </a:prstGeom>
        </p:spPr>
      </p:pic>
      <p:sp>
        <p:nvSpPr>
          <p:cNvPr id="6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ÇİZGİ  DİZİLER SADECE ÇOCUKLAR İÇİN DEĞİLDİR Bİ KERE&gt;:(</a:t>
            </a:r>
          </a:p>
        </p:txBody>
      </p:sp>
      <p:sp>
        <p:nvSpPr>
          <p:cNvPr id="8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Andaç</a:t>
            </a:r>
            <a:endParaRPr lang="tr-TR" dirty="0"/>
          </a:p>
        </p:txBody>
      </p:sp>
      <p:sp>
        <p:nvSpPr>
          <p:cNvPr id="9" name="12 Sağ Ok">
            <a:hlinkClick r:id="rId5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restaurant-store_JQECRTOLPK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</p:spPr>
      </p:pic>
      <p:sp>
        <p:nvSpPr>
          <p:cNvPr id="7" name="12 Sağ Ok">
            <a:hlinkClick r:id="rId3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769892"/>
          </a:xfrm>
          <a:prstGeom prst="rect">
            <a:avLst/>
          </a:prstGeom>
        </p:spPr>
      </p:pic>
      <p:sp>
        <p:nvSpPr>
          <p:cNvPr id="6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Gelion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mu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gelmion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mu</a:t>
            </a:r>
          </a:p>
        </p:txBody>
      </p:sp>
      <p:sp>
        <p:nvSpPr>
          <p:cNvPr id="8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Andaç</a:t>
            </a:r>
            <a:endParaRPr lang="tr-TR" dirty="0"/>
          </a:p>
        </p:txBody>
      </p:sp>
      <p:sp>
        <p:nvSpPr>
          <p:cNvPr id="9" name="12 Sağ Ok">
            <a:hlinkClick r:id="rId5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restaurant-store_JQECRTOLPK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</p:spPr>
      </p:pic>
      <p:sp>
        <p:nvSpPr>
          <p:cNvPr id="7" name="12 Sağ Ok">
            <a:hlinkClick r:id="rId3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769892"/>
          </a:xfrm>
          <a:prstGeom prst="rect">
            <a:avLst/>
          </a:prstGeom>
        </p:spPr>
      </p:pic>
      <p:sp>
        <p:nvSpPr>
          <p:cNvPr id="6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(oflar)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napalım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tek çare bu</a:t>
            </a:r>
          </a:p>
        </p:txBody>
      </p:sp>
      <p:sp>
        <p:nvSpPr>
          <p:cNvPr id="8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mtClean="0"/>
              <a:t>Sen</a:t>
            </a:r>
            <a:endParaRPr lang="tr-TR" dirty="0"/>
          </a:p>
        </p:txBody>
      </p:sp>
      <p:sp>
        <p:nvSpPr>
          <p:cNvPr id="9" name="12 Sağ Ok">
            <a:hlinkClick r:id="rId5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restaurant-store_JQECRTOLPK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</p:spPr>
      </p:pic>
      <p:sp>
        <p:nvSpPr>
          <p:cNvPr id="7" name="12 Sağ Ok">
            <a:hlinkClick r:id="rId3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769892"/>
          </a:xfrm>
          <a:prstGeom prst="rect">
            <a:avLst/>
          </a:prstGeom>
        </p:spPr>
      </p:pic>
      <p:sp>
        <p:nvSpPr>
          <p:cNvPr id="6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E gel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hade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Andaç</a:t>
            </a:r>
            <a:endParaRPr lang="tr-TR" dirty="0"/>
          </a:p>
        </p:txBody>
      </p:sp>
      <p:sp>
        <p:nvSpPr>
          <p:cNvPr id="9" name="12 Sağ Ok">
            <a:hlinkClick r:id="rId5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5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Sınıfa çıkarlar</a:t>
            </a:r>
          </a:p>
        </p:txBody>
      </p:sp>
      <p:sp>
        <p:nvSpPr>
          <p:cNvPr id="6" name="12 Sağ Ok">
            <a:hlinkClick r:id="rId3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875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sp>
        <p:nvSpPr>
          <p:cNvPr id="5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İşte burası</a:t>
            </a:r>
          </a:p>
        </p:txBody>
      </p:sp>
      <p:sp>
        <p:nvSpPr>
          <p:cNvPr id="7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Andaç</a:t>
            </a:r>
            <a:endParaRPr lang="tr-TR" dirty="0"/>
          </a:p>
        </p:txBody>
      </p:sp>
      <p:sp>
        <p:nvSpPr>
          <p:cNvPr id="8" name="12 Sağ Ok">
            <a:hlinkClick r:id="rId4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612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sp>
        <p:nvSpPr>
          <p:cNvPr id="5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Sınıfa biranda biri giriyor</a:t>
            </a:r>
          </a:p>
        </p:txBody>
      </p:sp>
      <p:sp>
        <p:nvSpPr>
          <p:cNvPr id="8" name="12 Sağ Ok">
            <a:hlinkClick r:id="rId4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166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sp>
        <p:nvSpPr>
          <p:cNvPr id="8" name="12 Sağ Ok">
            <a:hlinkClick r:id="rId4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76386"/>
            <a:ext cx="2276475" cy="3705225"/>
          </a:xfrm>
          <a:prstGeom prst="rect">
            <a:avLst/>
          </a:prstGeom>
        </p:spPr>
      </p:pic>
      <p:sp>
        <p:nvSpPr>
          <p:cNvPr id="9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Sende kimsin?</a:t>
            </a:r>
          </a:p>
        </p:txBody>
      </p:sp>
      <p:sp>
        <p:nvSpPr>
          <p:cNvPr id="10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Anıl</a:t>
            </a:r>
            <a:endParaRPr lang="tr-TR" dirty="0"/>
          </a:p>
        </p:txBody>
      </p:sp>
      <p:sp>
        <p:nvSpPr>
          <p:cNvPr id="11" name="12 Sağ Ok">
            <a:hlinkClick r:id="rId6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056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sp>
        <p:nvSpPr>
          <p:cNvPr id="8" name="12 Sağ Ok">
            <a:hlinkClick r:id="rId4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76386"/>
            <a:ext cx="2276475" cy="3705225"/>
          </a:xfrm>
          <a:prstGeom prst="rect">
            <a:avLst/>
          </a:prstGeom>
        </p:spPr>
      </p:pic>
      <p:sp>
        <p:nvSpPr>
          <p:cNvPr id="9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O kulübümüzün yeni üyesi</a:t>
            </a:r>
          </a:p>
        </p:txBody>
      </p:sp>
      <p:sp>
        <p:nvSpPr>
          <p:cNvPr id="10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andaç</a:t>
            </a:r>
            <a:endParaRPr lang="tr-TR" dirty="0"/>
          </a:p>
        </p:txBody>
      </p:sp>
      <p:sp>
        <p:nvSpPr>
          <p:cNvPr id="11" name="12 Sağ Ok">
            <a:hlinkClick r:id="rId6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6493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sp>
        <p:nvSpPr>
          <p:cNvPr id="8" name="12 Sağ Ok">
            <a:hlinkClick r:id="rId4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76386"/>
            <a:ext cx="2276475" cy="3705225"/>
          </a:xfrm>
          <a:prstGeom prst="rect">
            <a:avLst/>
          </a:prstGeom>
        </p:spPr>
      </p:pic>
      <p:sp>
        <p:nvSpPr>
          <p:cNvPr id="9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YENİ ÜYE Mİ?!</a:t>
            </a:r>
          </a:p>
        </p:txBody>
      </p:sp>
      <p:sp>
        <p:nvSpPr>
          <p:cNvPr id="10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Anıl</a:t>
            </a:r>
            <a:endParaRPr lang="tr-TR" dirty="0"/>
          </a:p>
        </p:txBody>
      </p:sp>
      <p:sp>
        <p:nvSpPr>
          <p:cNvPr id="11" name="12 Sağ Ok">
            <a:hlinkClick r:id="rId6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173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sp>
        <p:nvSpPr>
          <p:cNvPr id="8" name="12 Sağ Ok">
            <a:hlinkClick r:id="rId4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76386"/>
            <a:ext cx="2276475" cy="3705225"/>
          </a:xfrm>
          <a:prstGeom prst="rect">
            <a:avLst/>
          </a:prstGeom>
        </p:spPr>
      </p:pic>
      <p:sp>
        <p:nvSpPr>
          <p:cNvPr id="9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Çizgi dizileri seviyor mu?</a:t>
            </a:r>
          </a:p>
        </p:txBody>
      </p:sp>
      <p:sp>
        <p:nvSpPr>
          <p:cNvPr id="10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Anıl</a:t>
            </a:r>
            <a:endParaRPr lang="tr-TR" dirty="0"/>
          </a:p>
        </p:txBody>
      </p:sp>
      <p:sp>
        <p:nvSpPr>
          <p:cNvPr id="11" name="12 Sağ Ok">
            <a:hlinkClick r:id="rId6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1423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76386"/>
            <a:ext cx="2276475" cy="3705225"/>
          </a:xfrm>
          <a:prstGeom prst="rect">
            <a:avLst/>
          </a:prstGeom>
        </p:spPr>
      </p:pic>
      <p:sp>
        <p:nvSpPr>
          <p:cNvPr id="10" name="13 Dikdörtgen">
            <a:hlinkClick r:id="rId5" action="ppaction://hlinksldjump"/>
          </p:cNvPr>
          <p:cNvSpPr/>
          <p:nvPr/>
        </p:nvSpPr>
        <p:spPr>
          <a:xfrm>
            <a:off x="6444208" y="2060848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Çok izlemedim ama çizgi diziler güzeldir</a:t>
            </a:r>
            <a:endParaRPr lang="tr-TR" dirty="0"/>
          </a:p>
        </p:txBody>
      </p:sp>
      <p:sp>
        <p:nvSpPr>
          <p:cNvPr id="5" name="Metin kutusu 4"/>
          <p:cNvSpPr txBox="1"/>
          <p:nvPr/>
        </p:nvSpPr>
        <p:spPr>
          <a:xfrm>
            <a:off x="6732240" y="908720"/>
            <a:ext cx="1438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SEÇ BAKALIM</a:t>
            </a:r>
            <a:endParaRPr lang="tr-TR" dirty="0"/>
          </a:p>
        </p:txBody>
      </p:sp>
      <p:sp>
        <p:nvSpPr>
          <p:cNvPr id="12" name="13 Dikdörtgen">
            <a:hlinkClick r:id="rId6" action="ppaction://hlinksldjump"/>
          </p:cNvPr>
          <p:cNvSpPr/>
          <p:nvPr/>
        </p:nvSpPr>
        <p:spPr>
          <a:xfrm>
            <a:off x="6525093" y="3349983"/>
            <a:ext cx="1852379" cy="12311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 smtClean="0"/>
              <a:t>Hayır.çizgi</a:t>
            </a:r>
            <a:r>
              <a:rPr lang="tr-TR" dirty="0" smtClean="0"/>
              <a:t> dizileri sevmem zorunda olmasam bu kulübü hayatta seçmezdim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3674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sp>
        <p:nvSpPr>
          <p:cNvPr id="8" name="12 Sağ Ok">
            <a:hlinkClick r:id="rId4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76386"/>
            <a:ext cx="2276475" cy="3705225"/>
          </a:xfrm>
          <a:prstGeom prst="rect">
            <a:avLst/>
          </a:prstGeom>
        </p:spPr>
      </p:pic>
      <p:sp>
        <p:nvSpPr>
          <p:cNvPr id="9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NE?! O ZAMAN BU KULÜBE GİREMEZSİN</a:t>
            </a:r>
          </a:p>
        </p:txBody>
      </p:sp>
      <p:sp>
        <p:nvSpPr>
          <p:cNvPr id="10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Anıl</a:t>
            </a:r>
            <a:endParaRPr lang="tr-TR" dirty="0"/>
          </a:p>
        </p:txBody>
      </p:sp>
      <p:sp>
        <p:nvSpPr>
          <p:cNvPr id="11" name="12 Sağ Ok">
            <a:hlinkClick r:id="rId6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6838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sp>
        <p:nvSpPr>
          <p:cNvPr id="8" name="12 Sağ Ok">
            <a:hlinkClick r:id="rId4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76386"/>
            <a:ext cx="2276475" cy="3705225"/>
          </a:xfrm>
          <a:prstGeom prst="rect">
            <a:avLst/>
          </a:prstGeom>
        </p:spPr>
      </p:pic>
      <p:sp>
        <p:nvSpPr>
          <p:cNvPr id="9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Ama daha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hüseyine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sor-</a:t>
            </a:r>
          </a:p>
        </p:txBody>
      </p:sp>
      <p:sp>
        <p:nvSpPr>
          <p:cNvPr id="10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Andaç</a:t>
            </a:r>
            <a:endParaRPr lang="tr-TR" dirty="0"/>
          </a:p>
        </p:txBody>
      </p:sp>
      <p:sp>
        <p:nvSpPr>
          <p:cNvPr id="11" name="12 Sağ Ok">
            <a:hlinkClick r:id="rId6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0346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sp>
        <p:nvSpPr>
          <p:cNvPr id="8" name="12 Sağ Ok">
            <a:hlinkClick r:id="rId4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76386"/>
            <a:ext cx="2276475" cy="3705225"/>
          </a:xfrm>
          <a:prstGeom prst="rect">
            <a:avLst/>
          </a:prstGeom>
        </p:spPr>
      </p:pic>
      <p:sp>
        <p:nvSpPr>
          <p:cNvPr id="9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Hüseyine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sormaya gerek yok bu kulübe çizgi dizi sevmeyenler giremez</a:t>
            </a:r>
          </a:p>
        </p:txBody>
      </p:sp>
      <p:sp>
        <p:nvSpPr>
          <p:cNvPr id="10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Anıl</a:t>
            </a:r>
            <a:endParaRPr lang="tr-TR" dirty="0"/>
          </a:p>
        </p:txBody>
      </p:sp>
      <p:sp>
        <p:nvSpPr>
          <p:cNvPr id="11" name="12 Sağ Ok">
            <a:hlinkClick r:id="rId6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5773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sp>
        <p:nvSpPr>
          <p:cNvPr id="8" name="12 Sağ Ok">
            <a:hlinkClick r:id="rId4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76386"/>
            <a:ext cx="2276475" cy="3705225"/>
          </a:xfrm>
          <a:prstGeom prst="rect">
            <a:avLst/>
          </a:prstGeom>
        </p:spPr>
      </p:pic>
      <p:sp>
        <p:nvSpPr>
          <p:cNvPr id="9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Üzgünüm maalesef gitmek zorundasın</a:t>
            </a:r>
          </a:p>
        </p:txBody>
      </p:sp>
      <p:sp>
        <p:nvSpPr>
          <p:cNvPr id="10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Andaç</a:t>
            </a:r>
            <a:endParaRPr lang="tr-TR" dirty="0"/>
          </a:p>
        </p:txBody>
      </p:sp>
      <p:sp>
        <p:nvSpPr>
          <p:cNvPr id="11" name="12 Sağ Ok">
            <a:hlinkClick r:id="rId6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94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5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Of nerden kulüp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bulacam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şimdi ben</a:t>
            </a:r>
          </a:p>
        </p:txBody>
      </p:sp>
      <p:sp>
        <p:nvSpPr>
          <p:cNvPr id="6" name="12 Sağ Ok">
            <a:hlinkClick r:id="rId3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0037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5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Keşke seviyorum deseydim ya of of</a:t>
            </a:r>
          </a:p>
        </p:txBody>
      </p:sp>
      <p:sp>
        <p:nvSpPr>
          <p:cNvPr id="6" name="12 Sağ Ok">
            <a:hlinkClick r:id="rId3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8503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7" name="13 Dikdörtgen"/>
          <p:cNvSpPr/>
          <p:nvPr/>
        </p:nvSpPr>
        <p:spPr>
          <a:xfrm>
            <a:off x="1403648" y="1484784"/>
            <a:ext cx="6048672" cy="35283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KÖTÜ SON</a:t>
            </a:r>
            <a:endParaRPr lang="tr-TR" dirty="0" smtClean="0"/>
          </a:p>
          <a:p>
            <a:pPr algn="ctr"/>
            <a:endParaRPr lang="tr-TR" dirty="0"/>
          </a:p>
          <a:p>
            <a:pPr algn="ctr"/>
            <a:r>
              <a:rPr lang="tr-TR" dirty="0" smtClean="0"/>
              <a:t>Oyunun adı boşuna mı çizgi dizi kulübü </a:t>
            </a:r>
            <a:r>
              <a:rPr lang="tr-TR" dirty="0" err="1" smtClean="0"/>
              <a:t>karşim</a:t>
            </a:r>
            <a:endParaRPr lang="tr-TR" dirty="0"/>
          </a:p>
        </p:txBody>
      </p:sp>
      <p:sp>
        <p:nvSpPr>
          <p:cNvPr id="8" name="13 Dikdörtgen">
            <a:hlinkClick r:id="rId4" action="ppaction://hlinksldjump"/>
          </p:cNvPr>
          <p:cNvSpPr/>
          <p:nvPr/>
        </p:nvSpPr>
        <p:spPr>
          <a:xfrm>
            <a:off x="2575605" y="5445224"/>
            <a:ext cx="3796595" cy="10801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OYUNUN BAŞINA DÖNMEK İÇİN TIKLA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29224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sp>
        <p:nvSpPr>
          <p:cNvPr id="8" name="12 Sağ Ok">
            <a:hlinkClick r:id="rId4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76386"/>
            <a:ext cx="2276475" cy="3705225"/>
          </a:xfrm>
          <a:prstGeom prst="rect">
            <a:avLst/>
          </a:prstGeom>
        </p:spPr>
      </p:pic>
      <p:sp>
        <p:nvSpPr>
          <p:cNvPr id="9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Hemm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demek seviyorsun </a:t>
            </a:r>
          </a:p>
        </p:txBody>
      </p:sp>
      <p:sp>
        <p:nvSpPr>
          <p:cNvPr id="10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anıl</a:t>
            </a:r>
            <a:endParaRPr lang="tr-TR" dirty="0"/>
          </a:p>
        </p:txBody>
      </p:sp>
      <p:sp>
        <p:nvSpPr>
          <p:cNvPr id="11" name="12 Sağ Ok">
            <a:hlinkClick r:id="rId6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997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sp>
        <p:nvSpPr>
          <p:cNvPr id="8" name="12 Sağ Ok">
            <a:hlinkClick r:id="rId4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76386"/>
            <a:ext cx="2276475" cy="3705225"/>
          </a:xfrm>
          <a:prstGeom prst="rect">
            <a:avLst/>
          </a:prstGeom>
        </p:spPr>
      </p:pic>
      <p:sp>
        <p:nvSpPr>
          <p:cNvPr id="9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O zaman şu soruyu yanıtla</a:t>
            </a:r>
          </a:p>
        </p:txBody>
      </p:sp>
      <p:sp>
        <p:nvSpPr>
          <p:cNvPr id="10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Anıl</a:t>
            </a:r>
            <a:endParaRPr lang="tr-TR" dirty="0"/>
          </a:p>
        </p:txBody>
      </p:sp>
      <p:sp>
        <p:nvSpPr>
          <p:cNvPr id="11" name="12 Sağ Ok">
            <a:hlinkClick r:id="rId6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997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76386"/>
            <a:ext cx="2276475" cy="3705225"/>
          </a:xfrm>
          <a:prstGeom prst="rect">
            <a:avLst/>
          </a:prstGeom>
        </p:spPr>
      </p:pic>
      <p:sp>
        <p:nvSpPr>
          <p:cNvPr id="10" name="13 Dikdörtgen">
            <a:hlinkClick r:id="rId5" action="ppaction://hlinksldjump"/>
          </p:cNvPr>
          <p:cNvSpPr/>
          <p:nvPr/>
        </p:nvSpPr>
        <p:spPr>
          <a:xfrm>
            <a:off x="6444208" y="2060848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DÜNYANIN EN MÜQ SUNUCUSU</a:t>
            </a:r>
            <a:endParaRPr lang="tr-TR" dirty="0"/>
          </a:p>
        </p:txBody>
      </p:sp>
      <p:sp>
        <p:nvSpPr>
          <p:cNvPr id="5" name="Metin kutusu 4"/>
          <p:cNvSpPr txBox="1"/>
          <p:nvPr/>
        </p:nvSpPr>
        <p:spPr>
          <a:xfrm>
            <a:off x="6732240" y="908720"/>
            <a:ext cx="1438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SEÇ BAKALIM</a:t>
            </a:r>
            <a:endParaRPr lang="tr-TR" dirty="0"/>
          </a:p>
        </p:txBody>
      </p:sp>
      <p:sp>
        <p:nvSpPr>
          <p:cNvPr id="12" name="13 Dikdörtgen">
            <a:hlinkClick r:id="rId6" action="ppaction://hlinksldjump"/>
          </p:cNvPr>
          <p:cNvSpPr/>
          <p:nvPr/>
        </p:nvSpPr>
        <p:spPr>
          <a:xfrm>
            <a:off x="6525093" y="3349983"/>
            <a:ext cx="1852379" cy="9431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Çizgi dizi kulübü</a:t>
            </a:r>
            <a:endParaRPr lang="tr-TR" dirty="0"/>
          </a:p>
        </p:txBody>
      </p:sp>
      <p:sp>
        <p:nvSpPr>
          <p:cNvPr id="11" name="13 Dikdörtgen">
            <a:hlinkClick r:id="rId7" action="ppaction://hlinksldjump"/>
          </p:cNvPr>
          <p:cNvSpPr/>
          <p:nvPr/>
        </p:nvSpPr>
        <p:spPr>
          <a:xfrm>
            <a:off x="2267744" y="934644"/>
            <a:ext cx="2448272" cy="11262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 smtClean="0"/>
              <a:t>Soru:Startoon</a:t>
            </a:r>
            <a:r>
              <a:rPr lang="tr-TR" dirty="0" smtClean="0"/>
              <a:t> nedir?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6100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7" name="13 Dikdörtgen"/>
          <p:cNvSpPr/>
          <p:nvPr/>
        </p:nvSpPr>
        <p:spPr>
          <a:xfrm>
            <a:off x="1403648" y="1484784"/>
            <a:ext cx="6048672" cy="35283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KÖTÜ SON</a:t>
            </a:r>
            <a:r>
              <a:rPr lang="tr-TR" dirty="0" smtClean="0"/>
              <a:t/>
            </a:r>
            <a:br>
              <a:rPr lang="tr-TR" dirty="0" smtClean="0"/>
            </a:br>
            <a:r>
              <a:rPr lang="tr-TR" dirty="0" smtClean="0"/>
              <a:t/>
            </a:r>
            <a:br>
              <a:rPr lang="tr-TR" dirty="0" smtClean="0"/>
            </a:br>
            <a:r>
              <a:rPr lang="tr-TR" dirty="0" smtClean="0"/>
              <a:t>Soruyu </a:t>
            </a:r>
            <a:r>
              <a:rPr lang="tr-TR" dirty="0" smtClean="0"/>
              <a:t>yanlış bildiğin için anıl seni camdan </a:t>
            </a:r>
            <a:r>
              <a:rPr lang="tr-TR" dirty="0" err="1" smtClean="0"/>
              <a:t>aşşağı</a:t>
            </a:r>
            <a:r>
              <a:rPr lang="tr-TR" dirty="0" smtClean="0"/>
              <a:t> attı</a:t>
            </a:r>
          </a:p>
          <a:p>
            <a:pPr algn="ctr"/>
            <a:endParaRPr lang="tr-TR" dirty="0" smtClean="0"/>
          </a:p>
        </p:txBody>
      </p:sp>
      <p:sp>
        <p:nvSpPr>
          <p:cNvPr id="5" name="13 Dikdörtgen">
            <a:hlinkClick r:id="rId3" action="ppaction://hlinksldjump"/>
          </p:cNvPr>
          <p:cNvSpPr/>
          <p:nvPr/>
        </p:nvSpPr>
        <p:spPr>
          <a:xfrm>
            <a:off x="2575605" y="5445224"/>
            <a:ext cx="3796595" cy="10801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OYUNUN BAŞINA DÖNMEK İÇİN TIKLA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5037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sp>
        <p:nvSpPr>
          <p:cNvPr id="8" name="12 Sağ Ok">
            <a:hlinkClick r:id="rId4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76386"/>
            <a:ext cx="2276475" cy="3705225"/>
          </a:xfrm>
          <a:prstGeom prst="rect">
            <a:avLst/>
          </a:prstGeom>
        </p:spPr>
      </p:pic>
      <p:sp>
        <p:nvSpPr>
          <p:cNvPr id="9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Hmm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doğru bildin</a:t>
            </a:r>
          </a:p>
        </p:txBody>
      </p:sp>
      <p:sp>
        <p:nvSpPr>
          <p:cNvPr id="10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Anıl</a:t>
            </a:r>
            <a:endParaRPr lang="tr-TR" dirty="0"/>
          </a:p>
        </p:txBody>
      </p:sp>
      <p:sp>
        <p:nvSpPr>
          <p:cNvPr id="11" name="12 Sağ Ok">
            <a:hlinkClick r:id="rId6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088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sp>
        <p:nvSpPr>
          <p:cNvPr id="8" name="12 Sağ Ok">
            <a:hlinkClick r:id="rId4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76386"/>
            <a:ext cx="2276475" cy="3705225"/>
          </a:xfrm>
          <a:prstGeom prst="rect">
            <a:avLst/>
          </a:prstGeom>
        </p:spPr>
      </p:pic>
      <p:sp>
        <p:nvSpPr>
          <p:cNvPr id="9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O zaman bu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külübe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girebilirsin</a:t>
            </a:r>
          </a:p>
        </p:txBody>
      </p:sp>
      <p:sp>
        <p:nvSpPr>
          <p:cNvPr id="10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Anıl</a:t>
            </a:r>
            <a:endParaRPr lang="tr-TR" dirty="0"/>
          </a:p>
        </p:txBody>
      </p:sp>
      <p:sp>
        <p:nvSpPr>
          <p:cNvPr id="11" name="12 Sağ Ok">
            <a:hlinkClick r:id="rId6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088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sp>
        <p:nvSpPr>
          <p:cNvPr id="8" name="12 Sağ Ok">
            <a:hlinkClick r:id="rId4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76386"/>
            <a:ext cx="2276475" cy="3705225"/>
          </a:xfrm>
          <a:prstGeom prst="rect">
            <a:avLst/>
          </a:prstGeom>
        </p:spPr>
      </p:pic>
      <p:sp>
        <p:nvSpPr>
          <p:cNvPr id="9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Ben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gidiyimde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hüseyine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söyliyimde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kaydını alsın</a:t>
            </a:r>
          </a:p>
        </p:txBody>
      </p:sp>
      <p:sp>
        <p:nvSpPr>
          <p:cNvPr id="10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Anıl</a:t>
            </a:r>
            <a:endParaRPr lang="tr-TR" dirty="0"/>
          </a:p>
        </p:txBody>
      </p:sp>
      <p:sp>
        <p:nvSpPr>
          <p:cNvPr id="11" name="12 Sağ Ok">
            <a:hlinkClick r:id="rId6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088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sp>
        <p:nvSpPr>
          <p:cNvPr id="8" name="12 Sağ Ok">
            <a:hlinkClick r:id="rId4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İyi cevapladın soruları</a:t>
            </a:r>
          </a:p>
        </p:txBody>
      </p:sp>
      <p:sp>
        <p:nvSpPr>
          <p:cNvPr id="10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Andaç </a:t>
            </a:r>
            <a:endParaRPr lang="tr-TR" dirty="0"/>
          </a:p>
        </p:txBody>
      </p:sp>
      <p:sp>
        <p:nvSpPr>
          <p:cNvPr id="11" name="12 Sağ Ok">
            <a:hlinkClick r:id="rId5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088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sp>
        <p:nvSpPr>
          <p:cNvPr id="8" name="12 Sağ Ok">
            <a:hlinkClick r:id="rId4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Neyse yavaş yavaş çıkalım okuldan</a:t>
            </a:r>
          </a:p>
        </p:txBody>
      </p:sp>
      <p:sp>
        <p:nvSpPr>
          <p:cNvPr id="10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Andaç </a:t>
            </a:r>
            <a:endParaRPr lang="tr-TR" dirty="0"/>
          </a:p>
        </p:txBody>
      </p:sp>
      <p:sp>
        <p:nvSpPr>
          <p:cNvPr id="11" name="12 Sağ Ok">
            <a:hlinkClick r:id="rId5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4144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1395412"/>
            <a:ext cx="4067175" cy="4337844"/>
          </a:xfrm>
          <a:prstGeom prst="rect">
            <a:avLst/>
          </a:prstGeom>
        </p:spPr>
      </p:pic>
      <p:sp>
        <p:nvSpPr>
          <p:cNvPr id="8" name="12 Sağ Ok">
            <a:hlinkClick r:id="rId4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Kulübümüze hoş geldin görüşürüz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bue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Andaç </a:t>
            </a:r>
            <a:endParaRPr lang="tr-TR" dirty="0"/>
          </a:p>
        </p:txBody>
      </p:sp>
      <p:sp>
        <p:nvSpPr>
          <p:cNvPr id="11" name="12 Sağ Ok">
            <a:hlinkClick r:id="rId5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4144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sp>
        <p:nvSpPr>
          <p:cNvPr id="8" name="12 Sağ Ok">
            <a:hlinkClick r:id="rId3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11 Dikdörtgen"/>
          <p:cNvSpPr/>
          <p:nvPr/>
        </p:nvSpPr>
        <p:spPr>
          <a:xfrm>
            <a:off x="0" y="5053987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Bi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kulübe girmeyi başardım</a:t>
            </a:r>
          </a:p>
        </p:txBody>
      </p:sp>
      <p:sp>
        <p:nvSpPr>
          <p:cNvPr id="10" name="13 Dikdörtgen"/>
          <p:cNvSpPr/>
          <p:nvPr/>
        </p:nvSpPr>
        <p:spPr>
          <a:xfrm>
            <a:off x="12925" y="4412245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 sen </a:t>
            </a:r>
            <a:endParaRPr lang="tr-TR" dirty="0"/>
          </a:p>
        </p:txBody>
      </p:sp>
      <p:sp>
        <p:nvSpPr>
          <p:cNvPr id="11" name="12 Sağ Ok">
            <a:hlinkClick r:id="rId4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4144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sp>
        <p:nvSpPr>
          <p:cNvPr id="8" name="12 Sağ Ok">
            <a:hlinkClick r:id="rId3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11 Dikdörtgen"/>
          <p:cNvSpPr/>
          <p:nvPr/>
        </p:nvSpPr>
        <p:spPr>
          <a:xfrm>
            <a:off x="0" y="5053987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Neyse eve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gidiyimde</a:t>
            </a:r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 anneme </a:t>
            </a:r>
            <a:r>
              <a:rPr lang="tr-TR" sz="2400" dirty="0" err="1" smtClean="0">
                <a:solidFill>
                  <a:schemeClr val="bg1">
                    <a:lumMod val="95000"/>
                  </a:schemeClr>
                </a:solidFill>
              </a:rPr>
              <a:t>sölim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13 Dikdörtgen"/>
          <p:cNvSpPr/>
          <p:nvPr/>
        </p:nvSpPr>
        <p:spPr>
          <a:xfrm>
            <a:off x="12925" y="4412245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 sen </a:t>
            </a:r>
            <a:endParaRPr lang="tr-TR" dirty="0"/>
          </a:p>
        </p:txBody>
      </p:sp>
      <p:sp>
        <p:nvSpPr>
          <p:cNvPr id="11" name="12 Sağ Ok">
            <a:hlinkClick r:id="rId4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567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7" name="13 Dikdörtgen"/>
          <p:cNvSpPr/>
          <p:nvPr/>
        </p:nvSpPr>
        <p:spPr>
          <a:xfrm>
            <a:off x="1403648" y="1484784"/>
            <a:ext cx="6048672" cy="35283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İYİ SON</a:t>
            </a:r>
            <a:endParaRPr lang="tr-TR" dirty="0" smtClean="0"/>
          </a:p>
          <a:p>
            <a:pPr algn="ctr"/>
            <a:endParaRPr lang="tr-TR" dirty="0"/>
          </a:p>
          <a:p>
            <a:pPr algn="ctr"/>
            <a:r>
              <a:rPr lang="tr-TR" dirty="0" smtClean="0"/>
              <a:t>Tebrikler bir kulübe girmeyi başardın şimdi diğer haftaları oyna.</a:t>
            </a:r>
            <a:endParaRPr lang="tr-TR" dirty="0" smtClean="0"/>
          </a:p>
        </p:txBody>
      </p:sp>
      <p:sp>
        <p:nvSpPr>
          <p:cNvPr id="5" name="13 Dikdörtgen">
            <a:hlinkClick r:id="rId3" action="ppaction://hlinksldjump"/>
          </p:cNvPr>
          <p:cNvSpPr/>
          <p:nvPr/>
        </p:nvSpPr>
        <p:spPr>
          <a:xfrm>
            <a:off x="2575605" y="5445224"/>
            <a:ext cx="3796595" cy="10801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OYUNUN BAŞINA DÖNMEK İÇİN TIKLA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52473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school-417612__48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4591" y="0"/>
            <a:ext cx="9158591" cy="6858896"/>
          </a:xfrm>
        </p:spPr>
      </p:pic>
      <p:sp>
        <p:nvSpPr>
          <p:cNvPr id="12" name="11 Dikdörtgen"/>
          <p:cNvSpPr/>
          <p:nvPr/>
        </p:nvSpPr>
        <p:spPr>
          <a:xfrm>
            <a:off x="214282" y="5000636"/>
            <a:ext cx="8715436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800" dirty="0" smtClean="0">
                <a:solidFill>
                  <a:schemeClr val="bg1">
                    <a:lumMod val="95000"/>
                  </a:schemeClr>
                </a:solidFill>
              </a:rPr>
              <a:t>Vay! Bir gün daha bitti</a:t>
            </a:r>
            <a:endParaRPr lang="tr-TR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12 Sağ Ok">
            <a:hlinkClick r:id="rId3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13 Dikdörtgen"/>
          <p:cNvSpPr/>
          <p:nvPr/>
        </p:nvSpPr>
        <p:spPr>
          <a:xfrm>
            <a:off x="186815" y="4612337"/>
            <a:ext cx="1428760" cy="4286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15365123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school-417612__48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4591" y="0"/>
            <a:ext cx="9158591" cy="6858896"/>
          </a:xfrm>
        </p:spPr>
      </p:pic>
      <p:sp>
        <p:nvSpPr>
          <p:cNvPr id="12" name="11 Dikdörtgen"/>
          <p:cNvSpPr/>
          <p:nvPr/>
        </p:nvSpPr>
        <p:spPr>
          <a:xfrm>
            <a:off x="214282" y="5000636"/>
            <a:ext cx="8715436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800" dirty="0" smtClean="0">
                <a:solidFill>
                  <a:schemeClr val="bg1">
                    <a:lumMod val="95000"/>
                  </a:schemeClr>
                </a:solidFill>
              </a:rPr>
              <a:t>Ha bu da ne?</a:t>
            </a:r>
            <a:endParaRPr lang="tr-TR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12 Sağ Ok">
            <a:hlinkClick r:id="rId3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13 Dikdörtgen"/>
          <p:cNvSpPr/>
          <p:nvPr/>
        </p:nvSpPr>
        <p:spPr>
          <a:xfrm>
            <a:off x="214282" y="4588665"/>
            <a:ext cx="1428760" cy="4286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73803140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school-417612__48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96552" y="12809"/>
            <a:ext cx="9540552" cy="6858896"/>
          </a:xfrm>
        </p:spPr>
      </p:pic>
      <p:sp>
        <p:nvSpPr>
          <p:cNvPr id="13" name="12 Sağ Ok">
            <a:hlinkClick r:id="" action="ppaction://hlinkshowjump?jump=nextslide"/>
          </p:cNvPr>
          <p:cNvSpPr/>
          <p:nvPr/>
        </p:nvSpPr>
        <p:spPr>
          <a:xfrm>
            <a:off x="5220072" y="5445224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187258"/>
            <a:ext cx="5782022" cy="5089768"/>
          </a:xfrm>
          <a:prstGeom prst="rect">
            <a:avLst/>
          </a:prstGeom>
        </p:spPr>
      </p:pic>
      <p:sp>
        <p:nvSpPr>
          <p:cNvPr id="7" name="13 Dikdörtgen"/>
          <p:cNvSpPr/>
          <p:nvPr/>
        </p:nvSpPr>
        <p:spPr>
          <a:xfrm>
            <a:off x="3358555" y="1484784"/>
            <a:ext cx="2448272" cy="46085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Andaçtan mesaj</a:t>
            </a:r>
          </a:p>
          <a:p>
            <a:pPr algn="ctr"/>
            <a:endParaRPr lang="tr-TR" dirty="0"/>
          </a:p>
          <a:p>
            <a:pPr algn="ctr"/>
            <a:endParaRPr lang="tr-TR" dirty="0" smtClean="0"/>
          </a:p>
          <a:p>
            <a:pPr algn="ctr"/>
            <a:r>
              <a:rPr lang="tr-TR" dirty="0" err="1" smtClean="0"/>
              <a:t>Andaç:Selam</a:t>
            </a:r>
            <a:r>
              <a:rPr lang="tr-TR" dirty="0"/>
              <a:t>! Bugün kulübe gelmeyi unutma! Seni diğer üyeler ile </a:t>
            </a:r>
            <a:r>
              <a:rPr lang="tr-TR" dirty="0" err="1"/>
              <a:t>tanıştırıcam</a:t>
            </a:r>
            <a:r>
              <a:rPr lang="tr-TR" dirty="0"/>
              <a:t>.</a:t>
            </a:r>
          </a:p>
          <a:p>
            <a:pPr algn="ctr"/>
            <a:endParaRPr lang="tr-TR" dirty="0" smtClean="0"/>
          </a:p>
          <a:p>
            <a:pPr algn="ctr"/>
            <a:endParaRPr lang="tr-TR" dirty="0"/>
          </a:p>
          <a:p>
            <a:pPr algn="ctr"/>
            <a:endParaRPr lang="tr-TR" dirty="0" smtClean="0"/>
          </a:p>
          <a:p>
            <a:pPr algn="ctr"/>
            <a:endParaRPr lang="tr-TR" dirty="0"/>
          </a:p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852731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school-417612__48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4591" y="0"/>
            <a:ext cx="9158591" cy="6858896"/>
          </a:xfrm>
        </p:spPr>
      </p:pic>
      <p:sp>
        <p:nvSpPr>
          <p:cNvPr id="12" name="11 Dikdörtgen"/>
          <p:cNvSpPr/>
          <p:nvPr/>
        </p:nvSpPr>
        <p:spPr>
          <a:xfrm>
            <a:off x="214282" y="5000636"/>
            <a:ext cx="8715436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800" dirty="0"/>
              <a:t>Doğru kulübe gitmem lazımdı!</a:t>
            </a:r>
            <a:endParaRPr lang="tr-TR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12 Sağ Ok">
            <a:hlinkClick r:id="rId3" action="ppaction://hlinksldjump"/>
          </p:cNvPr>
          <p:cNvSpPr/>
          <p:nvPr/>
        </p:nvSpPr>
        <p:spPr>
          <a:xfrm>
            <a:off x="8429652" y="628652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13 Dikdörtgen"/>
          <p:cNvSpPr/>
          <p:nvPr/>
        </p:nvSpPr>
        <p:spPr>
          <a:xfrm>
            <a:off x="214282" y="4588665"/>
            <a:ext cx="1428760" cy="4286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62592422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5" name="11 Dikdörtgen"/>
          <p:cNvSpPr/>
          <p:nvPr/>
        </p:nvSpPr>
        <p:spPr>
          <a:xfrm>
            <a:off x="0" y="5022157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Sınıfa giderken yerde bir kağıt görür</a:t>
            </a:r>
          </a:p>
        </p:txBody>
      </p:sp>
      <p:sp>
        <p:nvSpPr>
          <p:cNvPr id="6" name="12 Sağ Ok">
            <a:hlinkClick r:id="rId3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03580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9" y="0"/>
            <a:ext cx="9144000" cy="6858000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5" t="20864" r="6004" b="19880"/>
          <a:stretch/>
        </p:blipFill>
        <p:spPr>
          <a:xfrm>
            <a:off x="2217107" y="1647355"/>
            <a:ext cx="4747364" cy="3144033"/>
          </a:xfrm>
          <a:prstGeom prst="rect">
            <a:avLst/>
          </a:prstGeom>
        </p:spPr>
      </p:pic>
      <p:sp>
        <p:nvSpPr>
          <p:cNvPr id="7" name="Metin kutusu 6"/>
          <p:cNvSpPr txBox="1"/>
          <p:nvPr/>
        </p:nvSpPr>
        <p:spPr>
          <a:xfrm>
            <a:off x="2771800" y="2348880"/>
            <a:ext cx="25922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BOGORDUGUM KAGATIGINAGA GEGEL. BIGIR KÜGÜLUGUMUGUZ VAGAR. BIGIZEGE KAGATIGIL</a:t>
            </a:r>
          </a:p>
        </p:txBody>
      </p:sp>
    </p:spTree>
    <p:extLst>
      <p:ext uri="{BB962C8B-B14F-4D97-AF65-F5344CB8AC3E}">
        <p14:creationId xmlns:p14="http://schemas.microsoft.com/office/powerpoint/2010/main" val="3518566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5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/>
              <a:t>Bu... Şeyi yanıma alıyım şifre var gibi yada başka bir dil çözerim illaki. </a:t>
            </a:r>
            <a:br>
              <a:rPr lang="tr-TR" sz="2400" dirty="0"/>
            </a:b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12 Sağ Ok">
            <a:hlinkClick r:id="rId3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83858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5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>
                <a:solidFill>
                  <a:schemeClr val="bg1">
                    <a:lumMod val="95000"/>
                  </a:schemeClr>
                </a:solidFill>
              </a:rPr>
              <a:t>Sınıfa girer</a:t>
            </a:r>
          </a:p>
        </p:txBody>
      </p:sp>
      <p:sp>
        <p:nvSpPr>
          <p:cNvPr id="6" name="12 Sağ Ok">
            <a:hlinkClick r:id="rId3" action="ppaction://hlinksldjump"/>
          </p:cNvPr>
          <p:cNvSpPr/>
          <p:nvPr/>
        </p:nvSpPr>
        <p:spPr>
          <a:xfrm>
            <a:off x="8582052" y="6282789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4280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83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3" y="1844822"/>
            <a:ext cx="3113708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876" y="2305147"/>
            <a:ext cx="2276475" cy="301428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04864"/>
            <a:ext cx="2880320" cy="32148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289" y="1681571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Andaç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Ha işte geldi size dediğim çocuk </a:t>
            </a:r>
            <a:r>
              <a:rPr lang="tr-TR" sz="2400" dirty="0"/>
              <a:t/>
            </a:r>
            <a:br>
              <a:rPr lang="tr-TR" sz="2400" dirty="0"/>
            </a:b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8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126" y="1706958"/>
            <a:ext cx="20764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15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267" y="1789710"/>
            <a:ext cx="3113708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2226785"/>
            <a:ext cx="1912575" cy="301428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04864"/>
            <a:ext cx="2880320" cy="32148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1412777"/>
            <a:ext cx="4392488" cy="4525554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12925" y="4365104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????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-267" y="4996905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/>
              <a:t>Merhaba </a:t>
            </a:r>
            <a:r>
              <a:rPr lang="tr-TR" sz="2400" dirty="0" err="1"/>
              <a:t>hoşgeldin</a:t>
            </a:r>
            <a:r>
              <a:rPr lang="tr-TR" sz="2400" dirty="0"/>
              <a:t>! Ben Hüseyin. Bu kulübün Başkanıyım. Bu mavi saçlı Zeynep, Beyaz olanda </a:t>
            </a:r>
            <a:r>
              <a:rPr lang="tr-TR" sz="2400" dirty="0" err="1"/>
              <a:t>Rehzen</a:t>
            </a:r>
            <a:r>
              <a:rPr lang="tr-TR" sz="2400" dirty="0"/>
              <a:t>, Sarılıda Sude, Anıl ile </a:t>
            </a:r>
            <a:r>
              <a:rPr lang="tr-TR" sz="2400" dirty="0" err="1" smtClean="0"/>
              <a:t>Andaç‘ıda</a:t>
            </a:r>
            <a:r>
              <a:rPr lang="tr-TR" sz="2400" dirty="0" smtClean="0"/>
              <a:t> </a:t>
            </a:r>
            <a:r>
              <a:rPr lang="tr-TR" sz="2400" dirty="0"/>
              <a:t>zaten tanıyorsundur.</a:t>
            </a:r>
            <a:r>
              <a:rPr lang="it-IT" sz="2400" dirty="0" smtClean="0"/>
              <a:t> </a:t>
            </a:r>
            <a:r>
              <a:rPr lang="tr-TR" sz="2400" dirty="0"/>
              <a:t/>
            </a:r>
            <a:br>
              <a:rPr lang="tr-TR" sz="2400" dirty="0"/>
            </a:b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12 Sağ Ok">
            <a:hlinkClick r:id="rId8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7" y="1526319"/>
            <a:ext cx="1912679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540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83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3" y="1844822"/>
            <a:ext cx="3113708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027" y="2344222"/>
            <a:ext cx="2002334" cy="301428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04864"/>
            <a:ext cx="2880320" cy="32148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844823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err="1" smtClean="0"/>
              <a:t>Hoşbuldum</a:t>
            </a:r>
            <a:r>
              <a:rPr lang="it-IT" sz="2400" dirty="0" smtClean="0"/>
              <a:t> </a:t>
            </a:r>
            <a:r>
              <a:rPr lang="tr-TR" sz="2400" dirty="0"/>
              <a:t/>
            </a:r>
            <a:br>
              <a:rPr lang="tr-TR" sz="2400" dirty="0"/>
            </a:b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8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775890"/>
            <a:ext cx="20764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2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83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3" y="1844822"/>
            <a:ext cx="3113708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027" y="2344222"/>
            <a:ext cx="2002334" cy="301428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04864"/>
            <a:ext cx="2880320" cy="32148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844823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Hüseyin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/>
              <a:t>Oh süremiz geçiyor. Bu hafta çeviri yapmayalım. Bir şeyler izleyelim. Ne dersiniz?</a:t>
            </a:r>
            <a:r>
              <a:rPr lang="it-IT" sz="2400" dirty="0" smtClean="0"/>
              <a:t> </a:t>
            </a:r>
            <a:r>
              <a:rPr lang="tr-TR" sz="2400" dirty="0"/>
              <a:t/>
            </a:r>
            <a:br>
              <a:rPr lang="tr-TR" sz="2400" dirty="0"/>
            </a:b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8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775890"/>
            <a:ext cx="20764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99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83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3" y="1844822"/>
            <a:ext cx="3113708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027" y="2344222"/>
            <a:ext cx="2002334" cy="301428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04864"/>
            <a:ext cx="2880320" cy="32148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844823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Zeynep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Olabilir </a:t>
            </a:r>
            <a:r>
              <a:rPr lang="tr-TR" sz="2400" dirty="0"/>
              <a:t>peki ne </a:t>
            </a:r>
            <a:r>
              <a:rPr lang="tr-TR" sz="2400" dirty="0" err="1"/>
              <a:t>izlicez</a:t>
            </a:r>
            <a:r>
              <a:rPr lang="tr-TR" sz="2400" dirty="0"/>
              <a:t>?</a:t>
            </a:r>
            <a:br>
              <a:rPr lang="tr-TR" sz="2400" dirty="0"/>
            </a:b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8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775890"/>
            <a:ext cx="20764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146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83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3" y="1844822"/>
            <a:ext cx="3113708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027" y="2344222"/>
            <a:ext cx="2002334" cy="301428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04864"/>
            <a:ext cx="2880320" cy="32148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844823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Zeynep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err="1"/>
              <a:t>Amphibia'da</a:t>
            </a:r>
            <a:r>
              <a:rPr lang="tr-TR" sz="2400" dirty="0"/>
              <a:t> olabilir özledim onu izlemeyi</a:t>
            </a:r>
            <a:br>
              <a:rPr lang="tr-TR" sz="2400" dirty="0"/>
            </a:b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8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775890"/>
            <a:ext cx="20764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555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83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3" y="1844822"/>
            <a:ext cx="3113708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027" y="2344222"/>
            <a:ext cx="2002334" cy="301428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04864"/>
            <a:ext cx="2880320" cy="32148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844823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Andaç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err="1" smtClean="0"/>
              <a:t>Monkie</a:t>
            </a:r>
            <a:r>
              <a:rPr lang="tr-TR" sz="2400" dirty="0" smtClean="0"/>
              <a:t> </a:t>
            </a:r>
            <a:r>
              <a:rPr lang="tr-TR" sz="2400" dirty="0" err="1" smtClean="0"/>
              <a:t>Kid</a:t>
            </a:r>
            <a:r>
              <a:rPr lang="tr-TR" sz="2400" dirty="0" smtClean="0"/>
              <a:t> olsun bence </a:t>
            </a:r>
            <a:r>
              <a:rPr lang="tr-TR" sz="2400" dirty="0"/>
              <a:t/>
            </a:r>
            <a:br>
              <a:rPr lang="tr-TR" sz="2400" dirty="0"/>
            </a:b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8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775890"/>
            <a:ext cx="20764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07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83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3" y="1844822"/>
            <a:ext cx="3113708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027" y="2344222"/>
            <a:ext cx="2002334" cy="301428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04864"/>
            <a:ext cx="2880320" cy="32148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844823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Anıl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/>
              <a:t>Olabilir </a:t>
            </a:r>
            <a:r>
              <a:rPr lang="tr-TR" sz="2400" dirty="0" err="1"/>
              <a:t>Camp</a:t>
            </a:r>
            <a:r>
              <a:rPr lang="tr-TR" sz="2400" dirty="0"/>
              <a:t> </a:t>
            </a:r>
            <a:r>
              <a:rPr lang="tr-TR" sz="2400" dirty="0" err="1"/>
              <a:t>camp</a:t>
            </a:r>
            <a:r>
              <a:rPr lang="tr-TR" sz="2400" dirty="0"/>
              <a:t> </a:t>
            </a:r>
            <a:r>
              <a:rPr lang="tr-TR" sz="2400" dirty="0" err="1"/>
              <a:t>max</a:t>
            </a:r>
            <a:r>
              <a:rPr lang="tr-TR" sz="2400" dirty="0"/>
              <a:t> de olabilir.</a:t>
            </a:r>
            <a:br>
              <a:rPr lang="tr-TR" sz="2400" dirty="0"/>
            </a:b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8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775890"/>
            <a:ext cx="20764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8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83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3" y="1844822"/>
            <a:ext cx="3113708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027" y="2344222"/>
            <a:ext cx="2002334" cy="301428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04864"/>
            <a:ext cx="2880320" cy="32148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844823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err="1"/>
              <a:t>Ummm</a:t>
            </a:r>
            <a:r>
              <a:rPr lang="tr-TR" sz="2400" dirty="0"/>
              <a:t>....</a:t>
            </a:r>
            <a:br>
              <a:rPr lang="tr-TR" sz="2400" dirty="0"/>
            </a:b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8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775890"/>
            <a:ext cx="20764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079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83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3" y="1844822"/>
            <a:ext cx="3113708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027" y="2344222"/>
            <a:ext cx="2002334" cy="301428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04864"/>
            <a:ext cx="2880320" cy="32148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844823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Zeynep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/>
              <a:t>Basit bir şey ile başlayalım. Yeni üyemizi alıştıralım. Bence basitlik açısından </a:t>
            </a:r>
            <a:r>
              <a:rPr lang="tr-TR" sz="2400" dirty="0" err="1"/>
              <a:t>Amphibia</a:t>
            </a:r>
            <a:r>
              <a:rPr lang="tr-TR" sz="2400"/>
              <a:t> iyi.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8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775890"/>
            <a:ext cx="20764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5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83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3" y="1844822"/>
            <a:ext cx="3113708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027" y="2344222"/>
            <a:ext cx="2002334" cy="301428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04864"/>
            <a:ext cx="2880320" cy="32148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844823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 smtClean="0"/>
              <a:t>Rehzen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Ya </a:t>
            </a:r>
            <a:r>
              <a:rPr lang="tr-TR" sz="2400" dirty="0"/>
              <a:t>ilk sezonu sıkıcı bulursa? Çoğu kişi ondan dolayı bırakıyor.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8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775890"/>
            <a:ext cx="20764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83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3" y="1844822"/>
            <a:ext cx="3113708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027" y="2344222"/>
            <a:ext cx="2002334" cy="301428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04864"/>
            <a:ext cx="2880320" cy="32148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844823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Hüseyin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/>
              <a:t>Böyle giderse </a:t>
            </a:r>
            <a:r>
              <a:rPr lang="tr-TR" sz="2400" dirty="0" err="1"/>
              <a:t>seçemicez</a:t>
            </a:r>
            <a:r>
              <a:rPr lang="tr-TR" sz="2400" dirty="0"/>
              <a:t>!!! Haydi yeni üyemiz karar versin. 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8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775890"/>
            <a:ext cx="20764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48491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79" y="3477491"/>
            <a:ext cx="2574925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213" y="4226113"/>
            <a:ext cx="2002334" cy="301428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9107" y="4125830"/>
            <a:ext cx="2880320" cy="32148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52736"/>
            <a:ext cx="4067175" cy="406717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498" y="578760"/>
            <a:ext cx="2076450" cy="3714750"/>
          </a:xfrm>
          <a:prstGeom prst="rect">
            <a:avLst/>
          </a:prstGeom>
        </p:spPr>
      </p:pic>
      <p:sp>
        <p:nvSpPr>
          <p:cNvPr id="17" name="13 Dikdörtgen">
            <a:hlinkClick r:id="rId9" action="ppaction://hlinksldjump"/>
          </p:cNvPr>
          <p:cNvSpPr/>
          <p:nvPr/>
        </p:nvSpPr>
        <p:spPr>
          <a:xfrm>
            <a:off x="6444208" y="2060848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 smtClean="0"/>
              <a:t>Hazbin</a:t>
            </a:r>
            <a:r>
              <a:rPr lang="tr-TR" dirty="0" smtClean="0"/>
              <a:t> Hotel</a:t>
            </a:r>
            <a:endParaRPr lang="tr-TR" dirty="0"/>
          </a:p>
        </p:txBody>
      </p:sp>
      <p:sp>
        <p:nvSpPr>
          <p:cNvPr id="18" name="13 Dikdörtgen">
            <a:hlinkClick r:id="rId10" action="ppaction://hlinksldjump"/>
          </p:cNvPr>
          <p:cNvSpPr/>
          <p:nvPr/>
        </p:nvSpPr>
        <p:spPr>
          <a:xfrm>
            <a:off x="6444208" y="3086323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 smtClean="0"/>
              <a:t>Amphibia</a:t>
            </a:r>
            <a:endParaRPr lang="tr-TR" dirty="0"/>
          </a:p>
        </p:txBody>
      </p:sp>
      <p:sp>
        <p:nvSpPr>
          <p:cNvPr id="19" name="13 Dikdörtgen">
            <a:hlinkClick r:id="rId11" action="ppaction://hlinksldjump"/>
          </p:cNvPr>
          <p:cNvSpPr/>
          <p:nvPr/>
        </p:nvSpPr>
        <p:spPr>
          <a:xfrm>
            <a:off x="6440326" y="4253053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 smtClean="0"/>
              <a:t>Monkie</a:t>
            </a:r>
            <a:r>
              <a:rPr lang="tr-TR" dirty="0" smtClean="0"/>
              <a:t> </a:t>
            </a:r>
            <a:r>
              <a:rPr lang="tr-TR" dirty="0" err="1" smtClean="0"/>
              <a:t>kid</a:t>
            </a:r>
            <a:endParaRPr lang="tr-TR" dirty="0"/>
          </a:p>
        </p:txBody>
      </p:sp>
      <p:sp>
        <p:nvSpPr>
          <p:cNvPr id="20" name="13 Dikdörtgen">
            <a:hlinkClick r:id="rId12" action="ppaction://hlinksldjump"/>
          </p:cNvPr>
          <p:cNvSpPr/>
          <p:nvPr/>
        </p:nvSpPr>
        <p:spPr>
          <a:xfrm>
            <a:off x="6444208" y="522920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 smtClean="0"/>
              <a:t>Camp</a:t>
            </a:r>
            <a:r>
              <a:rPr lang="tr-TR" dirty="0" smtClean="0"/>
              <a:t> </a:t>
            </a:r>
            <a:r>
              <a:rPr lang="tr-TR" dirty="0" err="1" smtClean="0"/>
              <a:t>camp</a:t>
            </a:r>
            <a:r>
              <a:rPr lang="tr-TR" dirty="0" smtClean="0"/>
              <a:t> </a:t>
            </a:r>
            <a:r>
              <a:rPr lang="tr-TR" dirty="0" err="1" smtClean="0"/>
              <a:t>Max</a:t>
            </a:r>
            <a:endParaRPr lang="tr-TR" dirty="0"/>
          </a:p>
        </p:txBody>
      </p:sp>
      <p:sp>
        <p:nvSpPr>
          <p:cNvPr id="9" name="Metin kutusu 8"/>
          <p:cNvSpPr txBox="1"/>
          <p:nvPr/>
        </p:nvSpPr>
        <p:spPr>
          <a:xfrm>
            <a:off x="6647472" y="1124744"/>
            <a:ext cx="1438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SEÇ BAKALIM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4768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83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3" y="1844822"/>
            <a:ext cx="3113708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027" y="2344222"/>
            <a:ext cx="2002334" cy="301428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04864"/>
            <a:ext cx="2880320" cy="32148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844823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Tamam </a:t>
            </a:r>
            <a:r>
              <a:rPr lang="tr-TR" sz="2400" dirty="0" err="1" smtClean="0"/>
              <a:t>Hazbin</a:t>
            </a:r>
            <a:r>
              <a:rPr lang="tr-TR" sz="2400" dirty="0" smtClean="0"/>
              <a:t> Hoteli seçiyorum 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8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775890"/>
            <a:ext cx="20764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99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83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3" y="1844822"/>
            <a:ext cx="3113708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027" y="2344222"/>
            <a:ext cx="2002334" cy="301428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04864"/>
            <a:ext cx="2880320" cy="32148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844823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Tamam </a:t>
            </a:r>
            <a:r>
              <a:rPr lang="tr-TR" sz="2400" dirty="0" err="1" smtClean="0"/>
              <a:t>Amphibiayı</a:t>
            </a:r>
            <a:r>
              <a:rPr lang="tr-TR" sz="2400" dirty="0" smtClean="0"/>
              <a:t> seçiyorum 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8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775890"/>
            <a:ext cx="20764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36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83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3" y="1844822"/>
            <a:ext cx="3113708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027" y="2344222"/>
            <a:ext cx="2002334" cy="301428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04864"/>
            <a:ext cx="2880320" cy="32148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844823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Tamam </a:t>
            </a:r>
            <a:r>
              <a:rPr lang="tr-TR" sz="2400" dirty="0" err="1" smtClean="0"/>
              <a:t>Monkie</a:t>
            </a:r>
            <a:r>
              <a:rPr lang="tr-TR" sz="2400" dirty="0" smtClean="0"/>
              <a:t> </a:t>
            </a:r>
            <a:r>
              <a:rPr lang="tr-TR" sz="2400" dirty="0" err="1" smtClean="0"/>
              <a:t>Kid</a:t>
            </a:r>
            <a:r>
              <a:rPr lang="tr-TR" sz="2400" dirty="0" smtClean="0"/>
              <a:t> i seçiyorum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8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775890"/>
            <a:ext cx="20764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36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83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3" y="1844822"/>
            <a:ext cx="3113708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027" y="2344222"/>
            <a:ext cx="2002334" cy="301428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04864"/>
            <a:ext cx="2880320" cy="32148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844823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Tamam </a:t>
            </a:r>
            <a:r>
              <a:rPr lang="tr-TR" sz="2400" dirty="0" err="1" smtClean="0"/>
              <a:t>Camp</a:t>
            </a:r>
            <a:r>
              <a:rPr lang="tr-TR" sz="2400" dirty="0" smtClean="0"/>
              <a:t> </a:t>
            </a:r>
            <a:r>
              <a:rPr lang="tr-TR" sz="2400" dirty="0" err="1" smtClean="0"/>
              <a:t>camp</a:t>
            </a:r>
            <a:r>
              <a:rPr lang="tr-TR" sz="2400" dirty="0" smtClean="0"/>
              <a:t> </a:t>
            </a:r>
            <a:r>
              <a:rPr lang="tr-TR" sz="2400" dirty="0" err="1" smtClean="0"/>
              <a:t>max</a:t>
            </a:r>
            <a:r>
              <a:rPr lang="tr-TR" sz="2400" dirty="0" smtClean="0"/>
              <a:t> i seçiyorum 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8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775890"/>
            <a:ext cx="20764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25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83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3" y="1844822"/>
            <a:ext cx="3113708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027" y="2344222"/>
            <a:ext cx="2002334" cy="301428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04864"/>
            <a:ext cx="2880320" cy="32148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844823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Hüseyin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/>
              <a:t>Tamam o  zaman haydi izleyelim. </a:t>
            </a:r>
            <a:r>
              <a:rPr lang="tr-TR" sz="2400" dirty="0" smtClean="0"/>
              <a:t> 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8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775890"/>
            <a:ext cx="20764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125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619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11 Dikdörtgen"/>
          <p:cNvSpPr/>
          <p:nvPr/>
        </p:nvSpPr>
        <p:spPr>
          <a:xfrm>
            <a:off x="62292" y="6021288"/>
            <a:ext cx="9109903" cy="9932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(</a:t>
            </a:r>
            <a:r>
              <a:rPr lang="tr-TR" sz="2400" dirty="0" err="1" smtClean="0"/>
              <a:t>Icinden</a:t>
            </a:r>
            <a:r>
              <a:rPr lang="tr-TR" sz="2400" dirty="0"/>
              <a:t>) Hep birlikte oturduk. Umarım buraya geldiğime </a:t>
            </a:r>
            <a:r>
              <a:rPr lang="tr-TR" sz="2400" dirty="0" err="1"/>
              <a:t>pisman</a:t>
            </a:r>
            <a:r>
              <a:rPr lang="tr-TR" sz="2400" dirty="0"/>
              <a:t> olmam... </a:t>
            </a:r>
            <a:r>
              <a:rPr lang="tr-TR" sz="2400" dirty="0" smtClean="0"/>
              <a:t>  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13 Dikdörtgen"/>
          <p:cNvSpPr/>
          <p:nvPr/>
        </p:nvSpPr>
        <p:spPr>
          <a:xfrm>
            <a:off x="74818" y="5750720"/>
            <a:ext cx="1852379" cy="3208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  <p:sp>
        <p:nvSpPr>
          <p:cNvPr id="6" name="12 Sağ Ok">
            <a:hlinkClick r:id="rId3" action="ppaction://hlinksldjump"/>
          </p:cNvPr>
          <p:cNvSpPr/>
          <p:nvPr/>
        </p:nvSpPr>
        <p:spPr>
          <a:xfrm>
            <a:off x="8626411" y="6572260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0520554"/>
      </p:ext>
    </p:extLst>
  </p:cSld>
  <p:clrMapOvr>
    <a:masterClrMapping/>
  </p:clrMapOvr>
  <p:transition spd="slow" advClick="0">
    <p:wipe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83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3" y="1844822"/>
            <a:ext cx="3113708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027" y="2344222"/>
            <a:ext cx="2002334" cy="301428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04864"/>
            <a:ext cx="2880320" cy="32148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844823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Zeynep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Herkesle </a:t>
            </a:r>
            <a:r>
              <a:rPr lang="tr-TR" sz="2400" dirty="0"/>
              <a:t>sonra görüşürüz!</a:t>
            </a:r>
            <a:r>
              <a:rPr lang="tr-TR" sz="2400" dirty="0" smtClean="0"/>
              <a:t>  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8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775890"/>
            <a:ext cx="20764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280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83"/>
            <a:ext cx="9144000" cy="6857999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3" y="1844822"/>
            <a:ext cx="3113708" cy="388843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" y="1844823"/>
            <a:ext cx="1962150" cy="357688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027" y="2344222"/>
            <a:ext cx="2002334" cy="3014284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844823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Anıl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err="1" smtClean="0"/>
              <a:t>Bayy</a:t>
            </a:r>
            <a:r>
              <a:rPr lang="tr-TR" sz="2400" dirty="0" smtClean="0"/>
              <a:t>  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7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775890"/>
            <a:ext cx="20764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450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83"/>
            <a:ext cx="9144000" cy="6857999"/>
          </a:xfr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655" y="1700808"/>
            <a:ext cx="4067175" cy="4067175"/>
          </a:xfrm>
          <a:prstGeom prst="rect">
            <a:avLst/>
          </a:prstGeom>
        </p:spPr>
      </p:pic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Hüseyin dışındaki herkes çıkar  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4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3783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847" y="74536"/>
            <a:ext cx="9144000" cy="6857999"/>
          </a:xfr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700808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Hüseyin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err="1"/>
              <a:t>Eglenceliydi</a:t>
            </a:r>
            <a:r>
              <a:rPr lang="tr-TR" sz="2400" dirty="0"/>
              <a:t> değil mi? Şimdi senle özel bir şey konuşmam gerek</a:t>
            </a:r>
            <a:r>
              <a:rPr lang="tr-TR" sz="2400" dirty="0" smtClean="0"/>
              <a:t>.  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4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171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847" y="74536"/>
            <a:ext cx="9144000" cy="6857999"/>
          </a:xfr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700808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Hüseyin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/>
              <a:t>Bak... Bu okulda bir çok kulübün olduğunu fark etmişsindir. Ve bu kulüplerin bazıları okulu dâhi yönetiyor...</a:t>
            </a:r>
            <a:r>
              <a:rPr lang="tr-TR" sz="2400" dirty="0" smtClean="0"/>
              <a:t>.  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4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835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847" y="74536"/>
            <a:ext cx="9144000" cy="6857999"/>
          </a:xfr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700808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Hüseyin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Ortaklık </a:t>
            </a:r>
            <a:r>
              <a:rPr lang="tr-TR" sz="2400" dirty="0"/>
              <a:t>kurmaya çalıştım ama... Kabul etmediler. Artık bu işi başka bir yolla halletmem gerek.</a:t>
            </a:r>
            <a:r>
              <a:rPr lang="tr-TR" sz="2400" dirty="0" smtClean="0"/>
              <a:t> 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4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55561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847" y="74536"/>
            <a:ext cx="9144000" cy="6857999"/>
          </a:xfr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700808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Peki</a:t>
            </a:r>
            <a:r>
              <a:rPr lang="tr-TR" sz="2400" dirty="0"/>
              <a:t>... Neden bana bunları anlatıyorsun?</a:t>
            </a:r>
            <a:r>
              <a:rPr lang="tr-TR" sz="2400" dirty="0" smtClean="0"/>
              <a:t> 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4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93250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847" y="74536"/>
            <a:ext cx="9144000" cy="6857999"/>
          </a:xfr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700808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Hüseyin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Çünkü</a:t>
            </a:r>
            <a:r>
              <a:rPr lang="tr-TR" sz="2400" dirty="0"/>
              <a:t>... Bu işi yapacak birileri lazım. Biz çeviri işleri ile uğraştığımızdan buna vakit kalmadı. </a:t>
            </a:r>
            <a:r>
              <a:rPr lang="tr-TR" sz="2400" dirty="0" smtClean="0"/>
              <a:t> 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4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4588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847" y="74536"/>
            <a:ext cx="9144000" cy="6857999"/>
          </a:xfr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700808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Hüseyin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Eğer </a:t>
            </a:r>
            <a:r>
              <a:rPr lang="tr-TR" sz="2400" dirty="0"/>
              <a:t>bize yardım edersen sana yetki ve bir çok şey veririm ama yapmazsan... </a:t>
            </a:r>
            <a:r>
              <a:rPr lang="tr-TR" sz="2400" dirty="0" smtClean="0"/>
              <a:t>.  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4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347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847" y="74536"/>
            <a:ext cx="9144000" cy="6857999"/>
          </a:xfr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700808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Sen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Yapmazsam </a:t>
            </a:r>
            <a:r>
              <a:rPr lang="tr-TR" sz="2400" dirty="0"/>
              <a:t>ne? </a:t>
            </a:r>
            <a:r>
              <a:rPr lang="tr-TR" sz="2400" dirty="0" smtClean="0"/>
              <a:t> 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4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2345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847" y="74536"/>
            <a:ext cx="9144000" cy="6857999"/>
          </a:xfr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700808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Hüseyin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Seni </a:t>
            </a:r>
            <a:r>
              <a:rPr lang="tr-TR" sz="2400" dirty="0"/>
              <a:t>banlar- Yani... kulüpten </a:t>
            </a:r>
            <a:r>
              <a:rPr lang="tr-TR" sz="2400" dirty="0" err="1"/>
              <a:t>atılırsın.Şimdi</a:t>
            </a:r>
            <a:r>
              <a:rPr lang="tr-TR" sz="2400" dirty="0"/>
              <a:t> kabul ediyor musun? </a:t>
            </a:r>
            <a:r>
              <a:rPr lang="tr-TR" sz="2400" dirty="0" smtClean="0"/>
              <a:t> 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4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141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847" y="74536"/>
            <a:ext cx="9144000" cy="6857999"/>
          </a:xfr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13" y="1955122"/>
            <a:ext cx="4067175" cy="4067175"/>
          </a:xfrm>
          <a:prstGeom prst="rect">
            <a:avLst/>
          </a:prstGeom>
        </p:spPr>
      </p:pic>
      <p:sp>
        <p:nvSpPr>
          <p:cNvPr id="8" name="13 Dikdörtgen">
            <a:hlinkClick r:id="rId4" action="ppaction://hlinksldjump"/>
          </p:cNvPr>
          <p:cNvSpPr/>
          <p:nvPr/>
        </p:nvSpPr>
        <p:spPr>
          <a:xfrm>
            <a:off x="6444208" y="2060848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Kabul et</a:t>
            </a:r>
            <a:endParaRPr lang="tr-TR" dirty="0"/>
          </a:p>
        </p:txBody>
      </p:sp>
      <p:sp>
        <p:nvSpPr>
          <p:cNvPr id="9" name="13 Dikdörtgen">
            <a:hlinkClick r:id="rId5" action="ppaction://hlinksldjump"/>
          </p:cNvPr>
          <p:cNvSpPr/>
          <p:nvPr/>
        </p:nvSpPr>
        <p:spPr>
          <a:xfrm>
            <a:off x="6444208" y="3346968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Kabul etme</a:t>
            </a:r>
            <a:endParaRPr lang="tr-TR" dirty="0"/>
          </a:p>
        </p:txBody>
      </p:sp>
      <p:sp>
        <p:nvSpPr>
          <p:cNvPr id="3" name="Metin kutusu 2"/>
          <p:cNvSpPr txBox="1"/>
          <p:nvPr/>
        </p:nvSpPr>
        <p:spPr>
          <a:xfrm>
            <a:off x="6660232" y="1340768"/>
            <a:ext cx="1397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Seç bakalım?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87072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847" y="74536"/>
            <a:ext cx="9144000" cy="6857999"/>
          </a:xfr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28" y="-99392"/>
            <a:ext cx="8363698" cy="8015210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Hüseyin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/>
              <a:t>Kabul ediyor musun etmiyor musun?</a:t>
            </a:r>
            <a:r>
              <a:rPr lang="tr-TR" sz="2400" dirty="0" smtClean="0"/>
              <a:t>  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4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9742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847" y="74536"/>
            <a:ext cx="9144000" cy="6857999"/>
          </a:xfrm>
        </p:spPr>
      </p:pic>
      <p:sp>
        <p:nvSpPr>
          <p:cNvPr id="8" name="13 Dikdörtgen">
            <a:hlinkClick r:id="rId3" action="ppaction://hlinksldjump"/>
          </p:cNvPr>
          <p:cNvSpPr/>
          <p:nvPr/>
        </p:nvSpPr>
        <p:spPr>
          <a:xfrm>
            <a:off x="6444208" y="2060848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Kabul et</a:t>
            </a:r>
            <a:endParaRPr lang="tr-TR" dirty="0"/>
          </a:p>
        </p:txBody>
      </p:sp>
      <p:sp>
        <p:nvSpPr>
          <p:cNvPr id="9" name="13 Dikdörtgen">
            <a:hlinkClick r:id="rId4" action="ppaction://hlinksldjump"/>
          </p:cNvPr>
          <p:cNvSpPr/>
          <p:nvPr/>
        </p:nvSpPr>
        <p:spPr>
          <a:xfrm>
            <a:off x="6444208" y="3346968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Kabul etme</a:t>
            </a:r>
            <a:endParaRPr lang="tr-TR" dirty="0"/>
          </a:p>
        </p:txBody>
      </p:sp>
      <p:sp>
        <p:nvSpPr>
          <p:cNvPr id="3" name="Metin kutusu 2"/>
          <p:cNvSpPr txBox="1"/>
          <p:nvPr/>
        </p:nvSpPr>
        <p:spPr>
          <a:xfrm>
            <a:off x="6660232" y="1340768"/>
            <a:ext cx="1397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Seç bakalım?</a:t>
            </a:r>
            <a:endParaRPr lang="tr-TR" dirty="0"/>
          </a:p>
        </p:txBody>
      </p:sp>
      <p:pic>
        <p:nvPicPr>
          <p:cNvPr id="10" name="Resim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60648" y="-339766"/>
            <a:ext cx="8363698" cy="801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18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4544" y="-1107504"/>
            <a:ext cx="7441943" cy="950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164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4544" y="-891480"/>
            <a:ext cx="7272808" cy="9289032"/>
          </a:xfrm>
          <a:prstGeom prst="rect">
            <a:avLst/>
          </a:prstGeom>
        </p:spPr>
      </p:pic>
      <p:sp>
        <p:nvSpPr>
          <p:cNvPr id="5" name="13 Dikdörtgen">
            <a:hlinkClick r:id="rId4" action="ppaction://hlinksldjump"/>
          </p:cNvPr>
          <p:cNvSpPr/>
          <p:nvPr/>
        </p:nvSpPr>
        <p:spPr>
          <a:xfrm>
            <a:off x="6444208" y="2060848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Kabul et</a:t>
            </a:r>
            <a:endParaRPr lang="tr-TR" dirty="0"/>
          </a:p>
        </p:txBody>
      </p:sp>
      <p:sp>
        <p:nvSpPr>
          <p:cNvPr id="6" name="13 Dikdörtgen">
            <a:hlinkClick r:id="rId5" action="ppaction://hlinksldjump"/>
          </p:cNvPr>
          <p:cNvSpPr/>
          <p:nvPr/>
        </p:nvSpPr>
        <p:spPr>
          <a:xfrm>
            <a:off x="6444207" y="3127681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Kabul etme</a:t>
            </a:r>
            <a:endParaRPr lang="tr-TR" dirty="0"/>
          </a:p>
        </p:txBody>
      </p:sp>
      <p:sp>
        <p:nvSpPr>
          <p:cNvPr id="7" name="Metin kutusu 6"/>
          <p:cNvSpPr txBox="1"/>
          <p:nvPr/>
        </p:nvSpPr>
        <p:spPr>
          <a:xfrm>
            <a:off x="6418155" y="1268760"/>
            <a:ext cx="2577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>
                <a:solidFill>
                  <a:srgbClr val="F6CAF1"/>
                </a:solidFill>
              </a:rPr>
              <a:t>askjdhdajhdajdhjdhjjhdas</a:t>
            </a:r>
            <a:endParaRPr lang="tr-TR" dirty="0">
              <a:solidFill>
                <a:srgbClr val="F6CA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054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5" name="13 Dikdörtgen">
            <a:hlinkClick r:id="rId3" action="ppaction://hlinksldjump"/>
          </p:cNvPr>
          <p:cNvSpPr/>
          <p:nvPr/>
        </p:nvSpPr>
        <p:spPr>
          <a:xfrm>
            <a:off x="0" y="-55384"/>
            <a:ext cx="9144000" cy="75608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Kabul et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14182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847" y="74536"/>
            <a:ext cx="9144000" cy="6857999"/>
          </a:xfr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700808"/>
            <a:ext cx="4067175" cy="4067175"/>
          </a:xfrm>
          <a:prstGeom prst="rect">
            <a:avLst/>
          </a:prstGeom>
        </p:spPr>
      </p:pic>
      <p:sp>
        <p:nvSpPr>
          <p:cNvPr id="13" name="13 Dikdörtgen"/>
          <p:cNvSpPr/>
          <p:nvPr/>
        </p:nvSpPr>
        <p:spPr>
          <a:xfrm>
            <a:off x="62292" y="4515450"/>
            <a:ext cx="1852379" cy="641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Hüseyin </a:t>
            </a:r>
            <a:endParaRPr lang="tr-TR" dirty="0"/>
          </a:p>
        </p:txBody>
      </p:sp>
      <p:sp>
        <p:nvSpPr>
          <p:cNvPr id="14" name="11 Dikdörtgen"/>
          <p:cNvSpPr/>
          <p:nvPr/>
        </p:nvSpPr>
        <p:spPr>
          <a:xfrm>
            <a:off x="62292" y="5157192"/>
            <a:ext cx="9109903" cy="1857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/>
              <a:t>HARIKA! Haftaya planları anlatırım görüşürüz. </a:t>
            </a:r>
            <a:r>
              <a:rPr lang="tr-TR" sz="2400" dirty="0" smtClean="0"/>
              <a:t>  </a:t>
            </a:r>
            <a:endParaRPr lang="tr-TR" sz="24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2 Sağ Ok">
            <a:hlinkClick r:id="rId4" action="ppaction://hlinksldjump"/>
          </p:cNvPr>
          <p:cNvSpPr/>
          <p:nvPr/>
        </p:nvSpPr>
        <p:spPr>
          <a:xfrm>
            <a:off x="8646525" y="6339871"/>
            <a:ext cx="428628" cy="57148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000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7" name="13 Dikdörtgen"/>
          <p:cNvSpPr/>
          <p:nvPr/>
        </p:nvSpPr>
        <p:spPr>
          <a:xfrm>
            <a:off x="1403648" y="1484784"/>
            <a:ext cx="6048672" cy="35283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İYİ SON</a:t>
            </a:r>
            <a:endParaRPr lang="tr-TR" dirty="0" smtClean="0"/>
          </a:p>
          <a:p>
            <a:pPr algn="ctr"/>
            <a:endParaRPr lang="tr-TR" dirty="0"/>
          </a:p>
          <a:p>
            <a:pPr algn="ctr"/>
            <a:r>
              <a:rPr lang="tr-TR" dirty="0" smtClean="0"/>
              <a:t>Tebrikler kulüpteki diğer kişilerle tanıştın şimdi diğer haftaları oyna.</a:t>
            </a:r>
            <a:endParaRPr lang="tr-TR" dirty="0" smtClean="0"/>
          </a:p>
        </p:txBody>
      </p:sp>
      <p:sp>
        <p:nvSpPr>
          <p:cNvPr id="5" name="13 Dikdörtgen">
            <a:hlinkClick r:id="rId3" action="ppaction://hlinksldjump"/>
          </p:cNvPr>
          <p:cNvSpPr/>
          <p:nvPr/>
        </p:nvSpPr>
        <p:spPr>
          <a:xfrm>
            <a:off x="2575605" y="5445224"/>
            <a:ext cx="3796595" cy="10801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OYUNUN BAŞINA DÖNMEK İÇİN TIKLA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47499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969</Words>
  <Application>Microsoft Office PowerPoint</Application>
  <PresentationFormat>Ekran Gösterisi (4:3)</PresentationFormat>
  <Paragraphs>248</Paragraphs>
  <Slides>104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104</vt:i4>
      </vt:variant>
    </vt:vector>
  </HeadingPairs>
  <TitlesOfParts>
    <vt:vector size="105" baseType="lpstr">
      <vt:lpstr>Ofis Teması</vt:lpstr>
      <vt:lpstr>PowerPoint Sunusu</vt:lpstr>
      <vt:lpstr>PowerPoint Sunusu</vt:lpstr>
      <vt:lpstr>KATKISI OLANLAR</vt:lpstr>
      <vt:lpstr>OYUN HAKKINDA</vt:lpstr>
      <vt:lpstr>PowerPoint Sunusu</vt:lpstr>
      <vt:lpstr>HAFTA SEÇ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BİLGİSAYAR</dc:creator>
  <cp:lastModifiedBy>Windows Kullanıcısı</cp:lastModifiedBy>
  <cp:revision>50</cp:revision>
  <dcterms:created xsi:type="dcterms:W3CDTF">2022-08-13T09:55:57Z</dcterms:created>
  <dcterms:modified xsi:type="dcterms:W3CDTF">2022-10-22T09:51:18Z</dcterms:modified>
</cp:coreProperties>
</file>